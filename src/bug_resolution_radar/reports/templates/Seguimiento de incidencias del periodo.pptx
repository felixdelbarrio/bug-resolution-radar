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1391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1391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1391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1391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1391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1391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1391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1391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1391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9525" cap="flat">
              <a:solidFill>
                <a:srgbClr val="9E9E9E"/>
              </a:solidFill>
              <a:prstDash val="solid"/>
              <a:round/>
            </a:ln>
          </a:left>
          <a:right>
            <a:ln w="9525" cap="flat">
              <a:solidFill>
                <a:srgbClr val="9E9E9E"/>
              </a:solidFill>
              <a:prstDash val="solid"/>
              <a:round/>
            </a:ln>
          </a:right>
          <a:top>
            <a:ln w="9525" cap="flat">
              <a:solidFill>
                <a:srgbClr val="9E9E9E"/>
              </a:solidFill>
              <a:prstDash val="solid"/>
              <a:round/>
            </a:ln>
          </a:top>
          <a:bottom>
            <a:ln w="9525" cap="flat">
              <a:solidFill>
                <a:srgbClr val="9E9E9E"/>
              </a:solidFill>
              <a:prstDash val="solid"/>
              <a:round/>
            </a:ln>
          </a:bottom>
          <a:insideH>
            <a:ln w="9525" cap="flat">
              <a:solidFill>
                <a:srgbClr val="9E9E9E"/>
              </a:solidFill>
              <a:prstDash val="solid"/>
              <a:round/>
            </a:ln>
          </a:insideH>
          <a:insideV>
            <a:ln w="9525" cap="flat">
              <a:solidFill>
                <a:srgbClr val="9E9E9E"/>
              </a:solidFill>
              <a:prstDash val="solid"/>
              <a:round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ff" i="off">
        <a:fontRef idx="major">
          <a:srgbClr val="000000"/>
        </a:fontRef>
        <a:srgbClr val="000000"/>
      </a:tcTxStyle>
      <a:tcStyle>
        <a:tcBdr>
          <a:left>
            <a:ln w="9525" cap="flat">
              <a:solidFill>
                <a:srgbClr val="9E9E9E"/>
              </a:solidFill>
              <a:prstDash val="solid"/>
              <a:round/>
            </a:ln>
          </a:left>
          <a:right>
            <a:ln w="9525" cap="flat">
              <a:solidFill>
                <a:srgbClr val="9E9E9E"/>
              </a:solidFill>
              <a:prstDash val="solid"/>
              <a:round/>
            </a:ln>
          </a:right>
          <a:top>
            <a:ln w="9525" cap="flat">
              <a:solidFill>
                <a:srgbClr val="9E9E9E"/>
              </a:solidFill>
              <a:prstDash val="solid"/>
              <a:round/>
            </a:ln>
          </a:top>
          <a:bottom>
            <a:ln w="9525" cap="flat">
              <a:solidFill>
                <a:srgbClr val="9E9E9E"/>
              </a:solidFill>
              <a:prstDash val="solid"/>
              <a:round/>
            </a:ln>
          </a:bottom>
          <a:insideH>
            <a:ln w="9525" cap="flat">
              <a:solidFill>
                <a:srgbClr val="9E9E9E"/>
              </a:solidFill>
              <a:prstDash val="solid"/>
              <a:round/>
            </a:ln>
          </a:insideH>
          <a:insideV>
            <a:ln w="9525" cap="flat">
              <a:solidFill>
                <a:srgbClr val="9E9E9E"/>
              </a:solidFill>
              <a:prstDash val="solid"/>
              <a:round/>
            </a:ln>
          </a:insideV>
        </a:tcBdr>
        <a:fill>
          <a:noFill/>
        </a:fill>
      </a:tcStyle>
    </a:firstCol>
    <a:lastRow>
      <a:tcTxStyle b="off" i="off">
        <a:fontRef idx="major">
          <a:srgbClr val="000000"/>
        </a:fontRef>
        <a:srgbClr val="000000"/>
      </a:tcTxStyle>
      <a:tcStyle>
        <a:tcBdr>
          <a:left>
            <a:ln w="9525" cap="flat">
              <a:solidFill>
                <a:srgbClr val="9E9E9E"/>
              </a:solidFill>
              <a:prstDash val="solid"/>
              <a:round/>
            </a:ln>
          </a:left>
          <a:right>
            <a:ln w="9525" cap="flat">
              <a:solidFill>
                <a:srgbClr val="9E9E9E"/>
              </a:solidFill>
              <a:prstDash val="solid"/>
              <a:round/>
            </a:ln>
          </a:right>
          <a:top>
            <a:ln w="9525" cap="flat">
              <a:solidFill>
                <a:srgbClr val="9E9E9E"/>
              </a:solidFill>
              <a:prstDash val="solid"/>
              <a:round/>
            </a:ln>
          </a:top>
          <a:bottom>
            <a:ln w="9525" cap="flat">
              <a:solidFill>
                <a:srgbClr val="9E9E9E"/>
              </a:solidFill>
              <a:prstDash val="solid"/>
              <a:round/>
            </a:ln>
          </a:bottom>
          <a:insideH>
            <a:ln w="9525" cap="flat">
              <a:solidFill>
                <a:srgbClr val="9E9E9E"/>
              </a:solidFill>
              <a:prstDash val="solid"/>
              <a:round/>
            </a:ln>
          </a:insideH>
          <a:insideV>
            <a:ln w="9525" cap="flat">
              <a:solidFill>
                <a:srgbClr val="9E9E9E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ff" i="off">
        <a:fontRef idx="major">
          <a:srgbClr val="000000"/>
        </a:fontRef>
        <a:srgbClr val="000000"/>
      </a:tcTxStyle>
      <a:tcStyle>
        <a:tcBdr>
          <a:left>
            <a:ln w="9525" cap="flat">
              <a:solidFill>
                <a:srgbClr val="9E9E9E"/>
              </a:solidFill>
              <a:prstDash val="solid"/>
              <a:round/>
            </a:ln>
          </a:left>
          <a:right>
            <a:ln w="9525" cap="flat">
              <a:solidFill>
                <a:srgbClr val="9E9E9E"/>
              </a:solidFill>
              <a:prstDash val="solid"/>
              <a:round/>
            </a:ln>
          </a:right>
          <a:top>
            <a:ln w="9525" cap="flat">
              <a:solidFill>
                <a:srgbClr val="9E9E9E"/>
              </a:solidFill>
              <a:prstDash val="solid"/>
              <a:round/>
            </a:ln>
          </a:top>
          <a:bottom>
            <a:ln w="9525" cap="flat">
              <a:solidFill>
                <a:srgbClr val="9E9E9E"/>
              </a:solidFill>
              <a:prstDash val="solid"/>
              <a:round/>
            </a:ln>
          </a:bottom>
          <a:insideH>
            <a:ln w="9525" cap="flat">
              <a:solidFill>
                <a:srgbClr val="9E9E9E"/>
              </a:solidFill>
              <a:prstDash val="solid"/>
              <a:round/>
            </a:ln>
          </a:insideH>
          <a:insideV>
            <a:ln w="9525" cap="flat">
              <a:solidFill>
                <a:srgbClr val="9E9E9E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ajor">
          <a:srgbClr val="001391"/>
        </a:fontRef>
        <a:srgbClr val="001391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8EBFF"/>
          </a:solidFill>
        </a:fill>
      </a:tcStyle>
    </a:wholeTbl>
    <a:band2H>
      <a:tcTxStyle b="def" i="def"/>
      <a:tcStyle>
        <a:tcBdr/>
        <a:fill>
          <a:solidFill>
            <a:srgbClr val="EDF5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1391"/>
        </a:fontRef>
        <a:srgbClr val="001391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E5D3"/>
          </a:solidFill>
        </a:fill>
      </a:tcStyle>
    </a:wholeTbl>
    <a:band2H>
      <a:tcTxStyle b="def" i="def"/>
      <a:tcStyle>
        <a:tcBdr/>
        <a:fill>
          <a:solidFill>
            <a:srgbClr val="FFF2EA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1391"/>
        </a:fontRef>
        <a:srgbClr val="001391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CDCFF"/>
          </a:solidFill>
        </a:fill>
      </a:tcStyle>
    </a:wholeTbl>
    <a:band2H>
      <a:tcTxStyle b="def" i="def"/>
      <a:tcStyle>
        <a:tcBdr/>
        <a:fill>
          <a:solidFill>
            <a:srgbClr val="EEEE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1391"/>
        </a:fontRef>
        <a:srgbClr val="001391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E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1391"/>
        </a:fontRef>
        <a:srgbClr val="001391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1391"/>
              </a:solidFill>
              <a:prstDash val="solid"/>
              <a:round/>
            </a:ln>
          </a:top>
          <a:bottom>
            <a:ln w="25400" cap="flat">
              <a:solidFill>
                <a:srgbClr val="001391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1391"/>
              </a:solidFill>
              <a:prstDash val="solid"/>
              <a:round/>
            </a:ln>
          </a:top>
          <a:bottom>
            <a:ln w="25400" cap="flat">
              <a:solidFill>
                <a:srgbClr val="001391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1391"/>
        </a:fontRef>
        <a:srgbClr val="001391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DB"/>
          </a:solidFill>
        </a:fill>
      </a:tcStyle>
    </a:wholeTbl>
    <a:band2H>
      <a:tcTxStyle b="def" i="def"/>
      <a:tcStyle>
        <a:tcBdr/>
        <a:fill>
          <a:solidFill>
            <a:srgbClr val="E6E6EE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139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139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139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Shape 310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11" name="Shape 311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CUSTOM_2_2_1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Technology_RGB.pngGoogle Shape;7;p2" descr="Technology_RGB.pngGoogle Shape;7;p2"/>
          <p:cNvPicPr>
            <a:picLocks noChangeAspect="1"/>
          </p:cNvPicPr>
          <p:nvPr/>
        </p:nvPicPr>
        <p:blipFill>
          <a:blip r:embed="rId2">
            <a:extLst/>
          </a:blip>
          <a:srcRect l="0" t="0" r="0" b="32716"/>
          <a:stretch>
            <a:fillRect/>
          </a:stretch>
        </p:blipFill>
        <p:spPr>
          <a:xfrm>
            <a:off x="8345347" y="345041"/>
            <a:ext cx="445584" cy="110434"/>
          </a:xfrm>
          <a:prstGeom prst="rect">
            <a:avLst/>
          </a:prstGeom>
          <a:ln w="12700">
            <a:miter lim="400000"/>
          </a:ln>
        </p:spPr>
      </p:pic>
      <p:sp>
        <p:nvSpPr>
          <p:cNvPr id="12" name="Texto del título"/>
          <p:cNvSpPr txBox="1"/>
          <p:nvPr>
            <p:ph type="title"/>
          </p:nvPr>
        </p:nvSpPr>
        <p:spPr>
          <a:xfrm>
            <a:off x="341150" y="783529"/>
            <a:ext cx="6709800" cy="384301"/>
          </a:xfrm>
          <a:prstGeom prst="rect">
            <a:avLst/>
          </a:prstGeom>
        </p:spPr>
        <p:txBody>
          <a:bodyPr lIns="0" tIns="0" rIns="0" bIns="0" anchor="t">
            <a:normAutofit fontScale="100000" lnSpcReduction="0"/>
          </a:bodyPr>
          <a:lstStyle>
            <a:lvl1pPr>
              <a:lnSpc>
                <a:spcPct val="85000"/>
              </a:lnSpc>
              <a:defRPr b="1" sz="3000">
                <a:solidFill>
                  <a:srgbClr val="00139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  <p:sp>
        <p:nvSpPr>
          <p:cNvPr id="13" name="Número de diapositiva"/>
          <p:cNvSpPr txBox="1"/>
          <p:nvPr>
            <p:ph type="sldNum" sz="quarter" idx="2"/>
          </p:nvPr>
        </p:nvSpPr>
        <p:spPr>
          <a:xfrm>
            <a:off x="8383350" y="4763799"/>
            <a:ext cx="393319" cy="380235"/>
          </a:xfrm>
          <a:prstGeom prst="rect">
            <a:avLst/>
          </a:prstGeom>
        </p:spPr>
        <p:txBody>
          <a:bodyPr lIns="91424" tIns="91424" rIns="91424" bIns="91424" anchor="t"/>
          <a:lstStyle>
            <a:lvl1pPr algn="l">
              <a:defRPr sz="1400"/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USTOM_2_2_1_2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o del título"/>
          <p:cNvSpPr txBox="1"/>
          <p:nvPr>
            <p:ph type="title"/>
          </p:nvPr>
        </p:nvSpPr>
        <p:spPr>
          <a:xfrm>
            <a:off x="341150" y="226649"/>
            <a:ext cx="6703801" cy="385202"/>
          </a:xfrm>
          <a:prstGeom prst="rect">
            <a:avLst/>
          </a:prstGeom>
        </p:spPr>
        <p:txBody>
          <a:bodyPr lIns="0" tIns="0" rIns="0" bIns="0" anchor="t">
            <a:normAutofit fontScale="100000" lnSpcReduction="0"/>
          </a:bodyPr>
          <a:lstStyle>
            <a:lvl1pPr>
              <a:lnSpc>
                <a:spcPct val="85000"/>
              </a:lnSpc>
              <a:defRPr b="1" sz="3000">
                <a:solidFill>
                  <a:srgbClr val="00139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  <p:sp>
        <p:nvSpPr>
          <p:cNvPr id="21" name="Número de diapositiva"/>
          <p:cNvSpPr txBox="1"/>
          <p:nvPr>
            <p:ph type="sldNum" sz="quarter" idx="2"/>
          </p:nvPr>
        </p:nvSpPr>
        <p:spPr>
          <a:xfrm>
            <a:off x="8383350" y="4763799"/>
            <a:ext cx="393319" cy="380235"/>
          </a:xfrm>
          <a:prstGeom prst="rect">
            <a:avLst/>
          </a:prstGeom>
        </p:spPr>
        <p:txBody>
          <a:bodyPr lIns="91424" tIns="91424" rIns="91424" bIns="91424" anchor="t"/>
          <a:lstStyle>
            <a:lvl1pPr algn="l">
              <a:defRPr sz="1400"/>
            </a:lvl1pPr>
          </a:lstStyle>
          <a:p>
            <a:pPr/>
            <a:fld id="{86CB4B4D-7CA3-9044-876B-883B54F8677D}" type="slidenum"/>
          </a:p>
        </p:txBody>
      </p:sp>
      <p:pic>
        <p:nvPicPr>
          <p:cNvPr id="22" name="Technology_RGB.pngGoogle Shape;13;p3" descr="Technology_RGB.pngGoogle Shape;13;p3"/>
          <p:cNvPicPr>
            <a:picLocks noChangeAspect="1"/>
          </p:cNvPicPr>
          <p:nvPr/>
        </p:nvPicPr>
        <p:blipFill>
          <a:blip r:embed="rId2">
            <a:extLst/>
          </a:blip>
          <a:srcRect l="0" t="0" r="0" b="32716"/>
          <a:stretch>
            <a:fillRect/>
          </a:stretch>
        </p:blipFill>
        <p:spPr>
          <a:xfrm>
            <a:off x="8345347" y="345041"/>
            <a:ext cx="445584" cy="11043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USTOM_2_2_1_1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Número de diapositiva"/>
          <p:cNvSpPr txBox="1"/>
          <p:nvPr>
            <p:ph type="sldNum" sz="quarter" idx="2"/>
          </p:nvPr>
        </p:nvSpPr>
        <p:spPr>
          <a:xfrm>
            <a:off x="8383350" y="4763799"/>
            <a:ext cx="393319" cy="380235"/>
          </a:xfrm>
          <a:prstGeom prst="rect">
            <a:avLst/>
          </a:prstGeom>
        </p:spPr>
        <p:txBody>
          <a:bodyPr lIns="91424" tIns="91424" rIns="91424" bIns="91424" anchor="t"/>
          <a:lstStyle>
            <a:lvl1pPr algn="l">
              <a:defRPr sz="1400"/>
            </a:lvl1pPr>
          </a:lstStyle>
          <a:p>
            <a:pPr/>
            <a:fld id="{86CB4B4D-7CA3-9044-876B-883B54F8677D}" type="slidenum"/>
          </a:p>
        </p:txBody>
      </p:sp>
      <p:sp>
        <p:nvSpPr>
          <p:cNvPr id="30" name="Texto del título"/>
          <p:cNvSpPr txBox="1"/>
          <p:nvPr>
            <p:ph type="title"/>
          </p:nvPr>
        </p:nvSpPr>
        <p:spPr>
          <a:xfrm>
            <a:off x="342000" y="784800"/>
            <a:ext cx="6709800" cy="385201"/>
          </a:xfrm>
          <a:prstGeom prst="rect">
            <a:avLst/>
          </a:prstGeom>
        </p:spPr>
        <p:txBody>
          <a:bodyPr lIns="0" tIns="0" rIns="0" bIns="0" anchor="t">
            <a:normAutofit fontScale="100000" lnSpcReduction="0"/>
          </a:bodyPr>
          <a:lstStyle>
            <a:lvl1pPr>
              <a:lnSpc>
                <a:spcPct val="85000"/>
              </a:lnSpc>
              <a:defRPr b="1" sz="3000">
                <a:solidFill>
                  <a:srgbClr val="00139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USTOM_2_2_1_1_1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Número de diapositiva"/>
          <p:cNvSpPr txBox="1"/>
          <p:nvPr>
            <p:ph type="sldNum" sz="quarter" idx="2"/>
          </p:nvPr>
        </p:nvSpPr>
        <p:spPr>
          <a:xfrm>
            <a:off x="8383350" y="4763799"/>
            <a:ext cx="393319" cy="380235"/>
          </a:xfrm>
          <a:prstGeom prst="rect">
            <a:avLst/>
          </a:prstGeom>
        </p:spPr>
        <p:txBody>
          <a:bodyPr lIns="91424" tIns="91424" rIns="91424" bIns="91424" anchor="t"/>
          <a:lstStyle>
            <a:lvl1pPr algn="l">
              <a:defRPr sz="1400"/>
            </a:lvl1pPr>
          </a:lstStyle>
          <a:p>
            <a:pPr/>
            <a:fld id="{86CB4B4D-7CA3-9044-876B-883B54F8677D}" type="slidenum"/>
          </a:p>
        </p:txBody>
      </p:sp>
      <p:sp>
        <p:nvSpPr>
          <p:cNvPr id="38" name="Texto del título"/>
          <p:cNvSpPr txBox="1"/>
          <p:nvPr>
            <p:ph type="title"/>
          </p:nvPr>
        </p:nvSpPr>
        <p:spPr>
          <a:xfrm>
            <a:off x="342000" y="226799"/>
            <a:ext cx="6709800" cy="385201"/>
          </a:xfrm>
          <a:prstGeom prst="rect">
            <a:avLst/>
          </a:prstGeom>
        </p:spPr>
        <p:txBody>
          <a:bodyPr lIns="0" tIns="0" rIns="0" bIns="0" anchor="t">
            <a:normAutofit fontScale="100000" lnSpcReduction="0"/>
          </a:bodyPr>
          <a:lstStyle>
            <a:lvl1pPr>
              <a:lnSpc>
                <a:spcPct val="85000"/>
              </a:lnSpc>
              <a:defRPr b="1" sz="3000">
                <a:solidFill>
                  <a:srgbClr val="00139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USTOM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21;p6"/>
          <p:cNvSpPr/>
          <p:nvPr>
            <p:ph type="pic" idx="21"/>
          </p:nvPr>
        </p:nvSpPr>
        <p:spPr>
          <a:xfrm>
            <a:off x="74" y="-50"/>
            <a:ext cx="9144001" cy="5143501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46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ítulo y objetos_1_1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o del título"/>
          <p:cNvSpPr txBox="1"/>
          <p:nvPr>
            <p:ph type="title"/>
          </p:nvPr>
        </p:nvSpPr>
        <p:spPr>
          <a:xfrm>
            <a:off x="334525" y="3026821"/>
            <a:ext cx="8475000" cy="1939201"/>
          </a:xfrm>
          <a:prstGeom prst="rect">
            <a:avLst/>
          </a:prstGeom>
        </p:spPr>
        <p:txBody>
          <a:bodyPr lIns="0" tIns="0" rIns="0" bIns="0" anchor="b">
            <a:normAutofit fontScale="100000" lnSpcReduction="0"/>
          </a:bodyPr>
          <a:lstStyle>
            <a:lvl1pPr>
              <a:lnSpc>
                <a:spcPct val="90000"/>
              </a:lnSpc>
              <a:defRPr b="1" sz="6700">
                <a:solidFill>
                  <a:srgbClr val="FFFFFF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  <p:pic>
        <p:nvPicPr>
          <p:cNvPr id="54" name="Technology_RGB_white.pngGoogle Shape;24;p7" descr="Technology_RGB_white.pngGoogle Shape;24;p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44875" y="286510"/>
            <a:ext cx="722575" cy="266163"/>
          </a:xfrm>
          <a:prstGeom prst="rect">
            <a:avLst/>
          </a:prstGeom>
          <a:ln w="12700">
            <a:miter lim="400000"/>
          </a:ln>
        </p:spPr>
      </p:pic>
      <p:sp>
        <p:nvSpPr>
          <p:cNvPr id="55" name="Nivel de texto 1…"/>
          <p:cNvSpPr txBox="1"/>
          <p:nvPr>
            <p:ph type="body" sz="quarter" idx="1"/>
          </p:nvPr>
        </p:nvSpPr>
        <p:spPr>
          <a:xfrm>
            <a:off x="339853" y="2652147"/>
            <a:ext cx="3863101" cy="216601"/>
          </a:xfrm>
          <a:prstGeom prst="rect">
            <a:avLst/>
          </a:prstGeom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1pPr>
            <a:lvl2pPr>
              <a:defRPr sz="12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2pPr>
            <a:lvl3pPr>
              <a:defRPr sz="12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3pPr>
            <a:lvl4pPr>
              <a:defRPr sz="12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4pPr>
            <a:lvl5pPr>
              <a:defRPr sz="12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5pPr>
          </a:lstStyle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56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ítulo y objetos_1_1_3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o del título"/>
          <p:cNvSpPr txBox="1"/>
          <p:nvPr>
            <p:ph type="title"/>
          </p:nvPr>
        </p:nvSpPr>
        <p:spPr>
          <a:xfrm>
            <a:off x="334525" y="2139598"/>
            <a:ext cx="5681101" cy="1395901"/>
          </a:xfrm>
          <a:prstGeom prst="rect">
            <a:avLst/>
          </a:prstGeom>
        </p:spPr>
        <p:txBody>
          <a:bodyPr lIns="0" tIns="0" rIns="0" bIns="0" anchor="t">
            <a:normAutofit fontScale="100000" lnSpcReduction="0"/>
          </a:bodyPr>
          <a:lstStyle>
            <a:lvl1pPr>
              <a:lnSpc>
                <a:spcPct val="90000"/>
              </a:lnSpc>
              <a:defRPr b="1" sz="7200">
                <a:solidFill>
                  <a:srgbClr val="FFFFFF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  <p:sp>
        <p:nvSpPr>
          <p:cNvPr id="64" name="Nivel de texto 1…"/>
          <p:cNvSpPr txBox="1"/>
          <p:nvPr>
            <p:ph type="body" sz="quarter" idx="1"/>
          </p:nvPr>
        </p:nvSpPr>
        <p:spPr>
          <a:xfrm>
            <a:off x="348425" y="1798700"/>
            <a:ext cx="4421700" cy="271201"/>
          </a:xfrm>
          <a:prstGeom prst="rect">
            <a:avLst/>
          </a:prstGeom>
        </p:spPr>
        <p:txBody>
          <a:bodyPr lIns="0" tIns="0" rIns="0" bIns="0">
            <a:normAutofit fontScale="100000" lnSpcReduction="0"/>
          </a:bodyPr>
          <a:lstStyle>
            <a:lvl1pPr>
              <a:defRPr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1pPr>
            <a:lvl2pPr>
              <a:defRPr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2pPr>
            <a:lvl3pPr>
              <a:defRPr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3pPr>
            <a:lvl4pPr>
              <a:defRPr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4pPr>
            <a:lvl5pPr>
              <a:defRPr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5pPr>
          </a:lstStyle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pic>
        <p:nvPicPr>
          <p:cNvPr id="65" name="Technology_RGB_white.pngGoogle Shape;29;p8" descr="Technology_RGB_white.pngGoogle Shape;29;p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44875" y="286510"/>
            <a:ext cx="722575" cy="266163"/>
          </a:xfrm>
          <a:prstGeom prst="rect">
            <a:avLst/>
          </a:prstGeom>
          <a:ln w="12700">
            <a:miter lim="400000"/>
          </a:ln>
        </p:spPr>
      </p:pic>
      <p:sp>
        <p:nvSpPr>
          <p:cNvPr id="66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ítulo y objetos_1_1_2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31;p9"/>
          <p:cNvSpPr/>
          <p:nvPr>
            <p:ph type="pic" sz="half" idx="21"/>
          </p:nvPr>
        </p:nvSpPr>
        <p:spPr>
          <a:xfrm>
            <a:off x="4970224" y="344874"/>
            <a:ext cx="3839102" cy="4462802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74" name="Texto del título"/>
          <p:cNvSpPr txBox="1"/>
          <p:nvPr>
            <p:ph type="title"/>
          </p:nvPr>
        </p:nvSpPr>
        <p:spPr>
          <a:xfrm>
            <a:off x="334525" y="1117094"/>
            <a:ext cx="3905700" cy="1395901"/>
          </a:xfrm>
          <a:prstGeom prst="rect">
            <a:avLst/>
          </a:prstGeom>
        </p:spPr>
        <p:txBody>
          <a:bodyPr lIns="0" tIns="0" rIns="0" bIns="0" anchor="t">
            <a:normAutofit fontScale="100000" lnSpcReduction="0"/>
          </a:bodyPr>
          <a:lstStyle>
            <a:lvl1pPr>
              <a:lnSpc>
                <a:spcPct val="90000"/>
              </a:lnSpc>
              <a:defRPr b="1" sz="5000">
                <a:solidFill>
                  <a:srgbClr val="FFFFFF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  <p:sp>
        <p:nvSpPr>
          <p:cNvPr id="75" name="Google Shape;34;p9"/>
          <p:cNvSpPr/>
          <p:nvPr/>
        </p:nvSpPr>
        <p:spPr>
          <a:xfrm flipH="1">
            <a:off x="4462650" y="343949"/>
            <a:ext cx="1" cy="4429202"/>
          </a:xfrm>
          <a:prstGeom prst="line">
            <a:avLst/>
          </a:prstGeom>
          <a:ln>
            <a:solidFill>
              <a:srgbClr val="ADB8C2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6" name="Nivel de texto 1…"/>
          <p:cNvSpPr txBox="1"/>
          <p:nvPr>
            <p:ph type="body" sz="quarter" idx="1"/>
          </p:nvPr>
        </p:nvSpPr>
        <p:spPr>
          <a:xfrm>
            <a:off x="346425" y="4150050"/>
            <a:ext cx="3620700" cy="288601"/>
          </a:xfrm>
          <a:prstGeom prst="rect">
            <a:avLst/>
          </a:prstGeom>
        </p:spPr>
        <p:txBody>
          <a:bodyPr lIns="0" tIns="0" rIns="0" bIns="0">
            <a:normAutofit fontScale="100000" lnSpcReduction="0"/>
          </a:bodyPr>
          <a:lstStyle>
            <a:lvl1pPr>
              <a:defRPr sz="18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1pPr>
            <a:lvl2pPr>
              <a:defRPr sz="18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2pPr>
            <a:lvl3pPr>
              <a:defRPr sz="18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3pPr>
            <a:lvl4pPr>
              <a:defRPr sz="18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4pPr>
            <a:lvl5pPr>
              <a:defRPr sz="18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5pPr>
          </a:lstStyle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pic>
        <p:nvPicPr>
          <p:cNvPr id="77" name="Technology_RGB_white.pngGoogle Shape;36;p9" descr="Technology_RGB_white.pngGoogle Shape;36;p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44875" y="286510"/>
            <a:ext cx="722575" cy="266163"/>
          </a:xfrm>
          <a:prstGeom prst="rect">
            <a:avLst/>
          </a:prstGeom>
          <a:ln w="12700">
            <a:miter lim="400000"/>
          </a:ln>
        </p:spPr>
      </p:pic>
      <p:sp>
        <p:nvSpPr>
          <p:cNvPr id="78" name="Número de diapositiva"/>
          <p:cNvSpPr txBox="1"/>
          <p:nvPr>
            <p:ph type="sldNum" sz="quarter" idx="2"/>
          </p:nvPr>
        </p:nvSpPr>
        <p:spPr>
          <a:xfrm>
            <a:off x="8556783" y="4749851"/>
            <a:ext cx="393319" cy="398751"/>
          </a:xfrm>
          <a:prstGeom prst="rect">
            <a:avLst/>
          </a:prstGeom>
        </p:spPr>
        <p:txBody>
          <a:bodyPr lIns="91424" tIns="91424" rIns="91424" bIns="91424" anchor="t"/>
          <a:lstStyle>
            <a:lvl1pPr algn="l">
              <a:defRPr sz="1400">
                <a:solidFill>
                  <a:srgbClr val="FFFFFF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ítulo y objetos_1_1_1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Technology_RGB.pngGoogle Shape;38;p10" descr="Technology_RGB.pngGoogle Shape;38;p1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44909" y="288136"/>
            <a:ext cx="722558" cy="266157"/>
          </a:xfrm>
          <a:prstGeom prst="rect">
            <a:avLst/>
          </a:prstGeom>
          <a:ln w="12700">
            <a:miter lim="400000"/>
          </a:ln>
        </p:spPr>
      </p:pic>
      <p:sp>
        <p:nvSpPr>
          <p:cNvPr id="86" name="Texto del título"/>
          <p:cNvSpPr txBox="1"/>
          <p:nvPr>
            <p:ph type="title"/>
          </p:nvPr>
        </p:nvSpPr>
        <p:spPr>
          <a:xfrm>
            <a:off x="334525" y="2488200"/>
            <a:ext cx="7159201" cy="979801"/>
          </a:xfrm>
          <a:prstGeom prst="rect">
            <a:avLst/>
          </a:prstGeom>
        </p:spPr>
        <p:txBody>
          <a:bodyPr lIns="0" tIns="0" rIns="0" bIns="0" anchor="t">
            <a:normAutofit fontScale="100000" lnSpcReduction="0"/>
          </a:bodyPr>
          <a:lstStyle>
            <a:lvl1pPr>
              <a:lnSpc>
                <a:spcPct val="90000"/>
              </a:lnSpc>
              <a:defRPr b="1" sz="7200">
                <a:solidFill>
                  <a:srgbClr val="00139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  <p:sp>
        <p:nvSpPr>
          <p:cNvPr id="87" name="Nivel de texto 1…"/>
          <p:cNvSpPr txBox="1"/>
          <p:nvPr>
            <p:ph type="body" sz="quarter" idx="1"/>
          </p:nvPr>
        </p:nvSpPr>
        <p:spPr>
          <a:xfrm>
            <a:off x="332677" y="2217775"/>
            <a:ext cx="4854301" cy="296401"/>
          </a:xfrm>
          <a:prstGeom prst="rect">
            <a:avLst/>
          </a:prstGeom>
        </p:spPr>
        <p:txBody>
          <a:bodyPr lIns="0" tIns="0" rIns="0" bIns="0" anchor="ctr">
            <a:normAutofit fontScale="100000" lnSpcReduction="0"/>
          </a:bodyPr>
          <a:lstStyle>
            <a:lvl1pPr>
              <a:defRPr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defRPr>
            </a:lvl1pPr>
            <a:lvl2pPr>
              <a:defRPr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defRPr>
            </a:lvl2pPr>
            <a:lvl3pPr>
              <a:defRPr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defRPr>
            </a:lvl3pPr>
            <a:lvl4pPr>
              <a:defRPr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defRPr>
            </a:lvl4pPr>
            <a:lvl5pPr>
              <a:defRPr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defRPr>
            </a:lvl5pPr>
          </a:lstStyle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88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1_Diapositiva de título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o del título"/>
          <p:cNvSpPr txBox="1"/>
          <p:nvPr>
            <p:ph type="title"/>
          </p:nvPr>
        </p:nvSpPr>
        <p:spPr>
          <a:xfrm>
            <a:off x="296725" y="3613891"/>
            <a:ext cx="7977000" cy="1318501"/>
          </a:xfrm>
          <a:prstGeom prst="rect">
            <a:avLst/>
          </a:prstGeom>
        </p:spPr>
        <p:txBody>
          <a:bodyPr lIns="0" tIns="0" rIns="0" bIns="0" anchor="b">
            <a:normAutofit fontScale="100000" lnSpcReduction="0"/>
          </a:bodyPr>
          <a:lstStyle>
            <a:lvl1pPr marL="317500" indent="-635000">
              <a:lnSpc>
                <a:spcPct val="85000"/>
              </a:lnSpc>
              <a:defRPr b="1" sz="5000">
                <a:solidFill>
                  <a:srgbClr val="00139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  <p:pic>
        <p:nvPicPr>
          <p:cNvPr id="96" name="Technology_RGB.pngGoogle Shape;43;p11" descr="Technology_RGB.pngGoogle Shape;43;p11"/>
          <p:cNvPicPr>
            <a:picLocks noChangeAspect="1"/>
          </p:cNvPicPr>
          <p:nvPr/>
        </p:nvPicPr>
        <p:blipFill>
          <a:blip r:embed="rId2">
            <a:extLst/>
          </a:blip>
          <a:srcRect l="0" t="0" r="0" b="32701"/>
          <a:stretch>
            <a:fillRect/>
          </a:stretch>
        </p:blipFill>
        <p:spPr>
          <a:xfrm>
            <a:off x="8387243" y="371275"/>
            <a:ext cx="560497" cy="140276"/>
          </a:xfrm>
          <a:prstGeom prst="rect">
            <a:avLst/>
          </a:prstGeom>
          <a:ln w="12700">
            <a:miter lim="400000"/>
          </a:ln>
        </p:spPr>
      </p:pic>
      <p:sp>
        <p:nvSpPr>
          <p:cNvPr id="97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1_Diapositiva de título_1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45;p12"/>
          <p:cNvSpPr/>
          <p:nvPr/>
        </p:nvSpPr>
        <p:spPr>
          <a:xfrm>
            <a:off x="111599" y="116708"/>
            <a:ext cx="8920801" cy="4910100"/>
          </a:xfrm>
          <a:prstGeom prst="roundRect">
            <a:avLst>
              <a:gd name="adj" fmla="val 4739"/>
            </a:avLst>
          </a:prstGeom>
          <a:solidFill>
            <a:schemeClr val="accent1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05" name="Texto del título"/>
          <p:cNvSpPr txBox="1"/>
          <p:nvPr>
            <p:ph type="title"/>
          </p:nvPr>
        </p:nvSpPr>
        <p:spPr>
          <a:xfrm>
            <a:off x="296725" y="3586800"/>
            <a:ext cx="8512500" cy="1339501"/>
          </a:xfrm>
          <a:prstGeom prst="rect">
            <a:avLst/>
          </a:prstGeom>
        </p:spPr>
        <p:txBody>
          <a:bodyPr lIns="0" tIns="0" rIns="0" bIns="0" anchor="b">
            <a:normAutofit fontScale="100000" lnSpcReduction="0"/>
          </a:bodyPr>
          <a:lstStyle>
            <a:lvl1pPr marL="317500" indent="-635000">
              <a:lnSpc>
                <a:spcPct val="85000"/>
              </a:lnSpc>
              <a:defRPr b="1" sz="5000">
                <a:solidFill>
                  <a:srgbClr val="00139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  <p:pic>
        <p:nvPicPr>
          <p:cNvPr id="106" name="Technology_RGB.pngGoogle Shape;47;p12" descr="Technology_RGB.pngGoogle Shape;47;p12"/>
          <p:cNvPicPr>
            <a:picLocks noChangeAspect="1"/>
          </p:cNvPicPr>
          <p:nvPr/>
        </p:nvPicPr>
        <p:blipFill>
          <a:blip r:embed="rId2">
            <a:extLst/>
          </a:blip>
          <a:srcRect l="0" t="0" r="0" b="32701"/>
          <a:stretch>
            <a:fillRect/>
          </a:stretch>
        </p:blipFill>
        <p:spPr>
          <a:xfrm>
            <a:off x="8387243" y="371275"/>
            <a:ext cx="560497" cy="140276"/>
          </a:xfrm>
          <a:prstGeom prst="rect">
            <a:avLst/>
          </a:prstGeom>
          <a:ln w="12700">
            <a:miter lim="400000"/>
          </a:ln>
        </p:spPr>
      </p:pic>
      <p:sp>
        <p:nvSpPr>
          <p:cNvPr id="107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1_Diapositiva de título_1_1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49;p13"/>
          <p:cNvSpPr/>
          <p:nvPr>
            <p:ph type="pic" sz="half" idx="21"/>
          </p:nvPr>
        </p:nvSpPr>
        <p:spPr>
          <a:xfrm>
            <a:off x="5416150" y="894650"/>
            <a:ext cx="3393300" cy="3110701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115" name="Texto del título"/>
          <p:cNvSpPr txBox="1"/>
          <p:nvPr>
            <p:ph type="title"/>
          </p:nvPr>
        </p:nvSpPr>
        <p:spPr>
          <a:xfrm>
            <a:off x="296725" y="783554"/>
            <a:ext cx="4065000" cy="627001"/>
          </a:xfrm>
          <a:prstGeom prst="rect">
            <a:avLst/>
          </a:prstGeom>
        </p:spPr>
        <p:txBody>
          <a:bodyPr lIns="0" tIns="0" rIns="0" bIns="0" anchor="t">
            <a:normAutofit fontScale="100000" lnSpcReduction="0"/>
          </a:bodyPr>
          <a:lstStyle>
            <a:lvl1pPr marL="317500" indent="-635000">
              <a:lnSpc>
                <a:spcPct val="85000"/>
              </a:lnSpc>
              <a:defRPr b="1" sz="5000">
                <a:solidFill>
                  <a:srgbClr val="00139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  <p:sp>
        <p:nvSpPr>
          <p:cNvPr id="116" name="Nivel de texto 1…"/>
          <p:cNvSpPr txBox="1"/>
          <p:nvPr>
            <p:ph type="body" sz="quarter" idx="1"/>
          </p:nvPr>
        </p:nvSpPr>
        <p:spPr>
          <a:xfrm>
            <a:off x="361150" y="3418402"/>
            <a:ext cx="4102200" cy="227701"/>
          </a:xfrm>
          <a:prstGeom prst="rect">
            <a:avLst/>
          </a:prstGeom>
        </p:spPr>
        <p:txBody>
          <a:bodyPr lIns="0" tIns="0" rIns="0" bIns="0">
            <a:normAutofit fontScale="100000" lnSpcReduction="0"/>
          </a:bodyPr>
          <a:lstStyle>
            <a:lvl1pPr>
              <a:defRPr b="1" sz="1800"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defRPr>
            </a:lvl1pPr>
            <a:lvl2pPr>
              <a:defRPr b="1" sz="1800"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defRPr>
            </a:lvl2pPr>
            <a:lvl3pPr>
              <a:defRPr b="1" sz="1800"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defRPr>
            </a:lvl3pPr>
            <a:lvl4pPr>
              <a:defRPr b="1" sz="1800"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defRPr>
            </a:lvl4pPr>
            <a:lvl5pPr>
              <a:defRPr b="1" sz="1800"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defRPr>
            </a:lvl5pPr>
          </a:lstStyle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17" name="Google Shape;52;p13"/>
          <p:cNvSpPr/>
          <p:nvPr/>
        </p:nvSpPr>
        <p:spPr>
          <a:xfrm flipH="1">
            <a:off x="4903449" y="884249"/>
            <a:ext cx="1" cy="3158702"/>
          </a:xfrm>
          <a:prstGeom prst="line">
            <a:avLst/>
          </a:prstGeom>
          <a:ln>
            <a:solidFill>
              <a:srgbClr val="001391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8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USTOM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o del título"/>
          <p:cNvSpPr txBox="1"/>
          <p:nvPr>
            <p:ph type="title"/>
          </p:nvPr>
        </p:nvSpPr>
        <p:spPr>
          <a:xfrm>
            <a:off x="2247300" y="2317200"/>
            <a:ext cx="4649400" cy="509101"/>
          </a:xfrm>
          <a:prstGeom prst="rect">
            <a:avLst/>
          </a:prstGeom>
        </p:spPr>
        <p:txBody>
          <a:bodyPr lIns="0" tIns="0" rIns="0" bIns="0" anchor="t">
            <a:normAutofit fontScale="100000" lnSpcReduction="0"/>
          </a:bodyPr>
          <a:lstStyle>
            <a:lvl1pPr algn="ctr">
              <a:defRPr b="1" sz="3000">
                <a:solidFill>
                  <a:srgbClr val="FFFFFF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  <p:pic>
        <p:nvPicPr>
          <p:cNvPr id="126" name="Google Shape;55;p14" descr="Google Shape;55;p1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345375" y="359999"/>
            <a:ext cx="445549" cy="134226"/>
          </a:xfrm>
          <a:prstGeom prst="rect">
            <a:avLst/>
          </a:prstGeom>
          <a:ln w="12700">
            <a:miter lim="400000"/>
          </a:ln>
        </p:spPr>
      </p:pic>
      <p:sp>
        <p:nvSpPr>
          <p:cNvPr id="127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ítulo y objetos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o del título"/>
          <p:cNvSpPr txBox="1"/>
          <p:nvPr>
            <p:ph type="title"/>
          </p:nvPr>
        </p:nvSpPr>
        <p:spPr>
          <a:xfrm>
            <a:off x="340725" y="800277"/>
            <a:ext cx="3418800" cy="824400"/>
          </a:xfrm>
          <a:prstGeom prst="rect">
            <a:avLst/>
          </a:prstGeom>
        </p:spPr>
        <p:txBody>
          <a:bodyPr lIns="0" tIns="0" rIns="0" bIns="0" anchor="t">
            <a:normAutofit fontScale="100000" lnSpcReduction="0"/>
          </a:bodyPr>
          <a:lstStyle>
            <a:lvl1pPr>
              <a:lnSpc>
                <a:spcPct val="90000"/>
              </a:lnSpc>
              <a:defRPr b="1" sz="3000">
                <a:solidFill>
                  <a:srgbClr val="060E46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  <p:sp>
        <p:nvSpPr>
          <p:cNvPr id="135" name="Número de diapositiva"/>
          <p:cNvSpPr txBox="1"/>
          <p:nvPr>
            <p:ph type="sldNum" sz="quarter" idx="2"/>
          </p:nvPr>
        </p:nvSpPr>
        <p:spPr>
          <a:xfrm>
            <a:off x="8383350" y="4763799"/>
            <a:ext cx="393319" cy="380235"/>
          </a:xfrm>
          <a:prstGeom prst="rect">
            <a:avLst/>
          </a:prstGeom>
        </p:spPr>
        <p:txBody>
          <a:bodyPr lIns="91424" tIns="91424" rIns="91424" bIns="91424" anchor="t"/>
          <a:lstStyle>
            <a:lvl1pPr algn="l">
              <a:defRPr sz="1400"/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ítulo y objetos_1_1_4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o del título"/>
          <p:cNvSpPr txBox="1"/>
          <p:nvPr>
            <p:ph type="title"/>
          </p:nvPr>
        </p:nvSpPr>
        <p:spPr>
          <a:xfrm>
            <a:off x="322550" y="1020341"/>
            <a:ext cx="5021401" cy="2768401"/>
          </a:xfrm>
          <a:prstGeom prst="rect">
            <a:avLst/>
          </a:prstGeom>
        </p:spPr>
        <p:txBody>
          <a:bodyPr lIns="0" tIns="0" rIns="0" bIns="0" anchor="t">
            <a:normAutofit fontScale="100000" lnSpcReduction="0"/>
          </a:bodyPr>
          <a:lstStyle>
            <a:lvl1pPr>
              <a:lnSpc>
                <a:spcPct val="85000"/>
              </a:lnSpc>
              <a:defRPr sz="5000">
                <a:solidFill>
                  <a:srgbClr val="060E46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1pPr>
          </a:lstStyle>
          <a:p>
            <a:pPr/>
            <a:r>
              <a:t>Texto del título</a:t>
            </a:r>
          </a:p>
        </p:txBody>
      </p:sp>
      <p:sp>
        <p:nvSpPr>
          <p:cNvPr id="143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ierre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Texto del título"/>
          <p:cNvSpPr txBox="1"/>
          <p:nvPr>
            <p:ph type="title"/>
          </p:nvPr>
        </p:nvSpPr>
        <p:spPr>
          <a:xfrm>
            <a:off x="1391477" y="2317200"/>
            <a:ext cx="6360902" cy="509101"/>
          </a:xfrm>
          <a:prstGeom prst="rect">
            <a:avLst/>
          </a:prstGeom>
        </p:spPr>
        <p:txBody>
          <a:bodyPr lIns="0" tIns="0" rIns="0" bIns="0" anchor="t">
            <a:normAutofit fontScale="100000" lnSpcReduction="0"/>
          </a:bodyPr>
          <a:lstStyle>
            <a:lvl1pPr algn="ctr"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Texto del título</a:t>
            </a:r>
          </a:p>
        </p:txBody>
      </p:sp>
      <p:sp>
        <p:nvSpPr>
          <p:cNvPr id="158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o del título"/>
          <p:cNvSpPr txBox="1"/>
          <p:nvPr>
            <p:ph type="title"/>
          </p:nvPr>
        </p:nvSpPr>
        <p:spPr>
          <a:xfrm>
            <a:off x="310901" y="246892"/>
            <a:ext cx="8557801" cy="342002"/>
          </a:xfrm>
          <a:prstGeom prst="rect">
            <a:avLst/>
          </a:prstGeom>
        </p:spPr>
        <p:txBody>
          <a:bodyPr lIns="0" tIns="0" rIns="0" bIns="0" anchor="t">
            <a:normAutofit fontScale="100000" lnSpcReduction="0"/>
          </a:bodyPr>
          <a:lstStyle>
            <a:lvl1pPr>
              <a:defRPr b="1" sz="2000">
                <a:solidFill>
                  <a:schemeClr val="accent4"/>
                </a:solidFill>
                <a:latin typeface="Lato"/>
                <a:ea typeface="Lato"/>
                <a:cs typeface="Lato"/>
                <a:sym typeface="Lato"/>
              </a:defRPr>
            </a:lvl1pPr>
          </a:lstStyle>
          <a:p>
            <a:pPr/>
            <a:r>
              <a:t>Texto del título</a:t>
            </a:r>
          </a:p>
        </p:txBody>
      </p:sp>
      <p:sp>
        <p:nvSpPr>
          <p:cNvPr id="166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USTOM_3_1">
    <p:bg>
      <p:bgPr>
        <a:solidFill>
          <a:srgbClr val="1E7D8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Número de diapositiva"/>
          <p:cNvSpPr txBox="1"/>
          <p:nvPr>
            <p:ph type="sldNum" sz="quarter" idx="2"/>
          </p:nvPr>
        </p:nvSpPr>
        <p:spPr>
          <a:xfrm>
            <a:off x="8556783" y="4749851"/>
            <a:ext cx="379193" cy="367949"/>
          </a:xfrm>
          <a:prstGeom prst="rect">
            <a:avLst/>
          </a:prstGeom>
        </p:spPr>
        <p:txBody>
          <a:bodyPr lIns="91424" tIns="91424" rIns="91424" bIns="91424" anchor="t"/>
          <a:lstStyle>
            <a:lvl1pPr algn="l">
              <a:defRPr sz="1300"/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USTOM_2_2_1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70;p22" descr="Google Shape;70;p2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363825" y="344875"/>
            <a:ext cx="445549" cy="134225"/>
          </a:xfrm>
          <a:prstGeom prst="rect">
            <a:avLst/>
          </a:prstGeom>
          <a:ln w="12700">
            <a:miter lim="400000"/>
          </a:ln>
        </p:spPr>
      </p:pic>
      <p:sp>
        <p:nvSpPr>
          <p:cNvPr id="181" name="Texto del título"/>
          <p:cNvSpPr txBox="1"/>
          <p:nvPr>
            <p:ph type="title"/>
          </p:nvPr>
        </p:nvSpPr>
        <p:spPr>
          <a:xfrm>
            <a:off x="341150" y="783529"/>
            <a:ext cx="6709800" cy="384301"/>
          </a:xfrm>
          <a:prstGeom prst="rect">
            <a:avLst/>
          </a:prstGeom>
        </p:spPr>
        <p:txBody>
          <a:bodyPr lIns="0" tIns="0" rIns="0" bIns="0" anchor="t">
            <a:normAutofit fontScale="100000" lnSpcReduction="0"/>
          </a:bodyPr>
          <a:lstStyle>
            <a:lvl1pPr>
              <a:lnSpc>
                <a:spcPct val="85000"/>
              </a:lnSpc>
              <a:defRPr b="1" sz="3000">
                <a:solidFill>
                  <a:srgbClr val="00139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  <p:sp>
        <p:nvSpPr>
          <p:cNvPr id="182" name="Número de diapositiva"/>
          <p:cNvSpPr txBox="1"/>
          <p:nvPr>
            <p:ph type="sldNum" sz="quarter" idx="2"/>
          </p:nvPr>
        </p:nvSpPr>
        <p:spPr>
          <a:xfrm>
            <a:off x="8383350" y="4763799"/>
            <a:ext cx="393319" cy="380235"/>
          </a:xfrm>
          <a:prstGeom prst="rect">
            <a:avLst/>
          </a:prstGeom>
        </p:spPr>
        <p:txBody>
          <a:bodyPr lIns="91424" tIns="91424" rIns="91424" bIns="91424" anchor="t"/>
          <a:lstStyle>
            <a:lvl1pPr algn="l">
              <a:defRPr sz="1400"/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USTOM_2_2_1_2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74;p23" descr="Google Shape;74;p2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363825" y="344863"/>
            <a:ext cx="445549" cy="134226"/>
          </a:xfrm>
          <a:prstGeom prst="rect">
            <a:avLst/>
          </a:prstGeom>
          <a:ln w="12700">
            <a:miter lim="400000"/>
          </a:ln>
        </p:spPr>
      </p:pic>
      <p:sp>
        <p:nvSpPr>
          <p:cNvPr id="190" name="Texto del título"/>
          <p:cNvSpPr txBox="1"/>
          <p:nvPr>
            <p:ph type="title"/>
          </p:nvPr>
        </p:nvSpPr>
        <p:spPr>
          <a:xfrm>
            <a:off x="341150" y="226649"/>
            <a:ext cx="6703801" cy="385202"/>
          </a:xfrm>
          <a:prstGeom prst="rect">
            <a:avLst/>
          </a:prstGeom>
        </p:spPr>
        <p:txBody>
          <a:bodyPr lIns="0" tIns="0" rIns="0" bIns="0" anchor="t">
            <a:normAutofit fontScale="100000" lnSpcReduction="0"/>
          </a:bodyPr>
          <a:lstStyle>
            <a:lvl1pPr>
              <a:lnSpc>
                <a:spcPct val="85000"/>
              </a:lnSpc>
              <a:defRPr b="1" sz="3000">
                <a:solidFill>
                  <a:srgbClr val="00139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  <p:sp>
        <p:nvSpPr>
          <p:cNvPr id="191" name="Número de diapositiva"/>
          <p:cNvSpPr txBox="1"/>
          <p:nvPr>
            <p:ph type="sldNum" sz="quarter" idx="2"/>
          </p:nvPr>
        </p:nvSpPr>
        <p:spPr>
          <a:xfrm>
            <a:off x="8383350" y="4763799"/>
            <a:ext cx="393319" cy="380235"/>
          </a:xfrm>
          <a:prstGeom prst="rect">
            <a:avLst/>
          </a:prstGeom>
        </p:spPr>
        <p:txBody>
          <a:bodyPr lIns="91424" tIns="91424" rIns="91424" bIns="91424" anchor="t"/>
          <a:lstStyle>
            <a:lvl1pPr algn="l">
              <a:defRPr sz="1400"/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USTOM_2_2_1_1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Número de diapositiva"/>
          <p:cNvSpPr txBox="1"/>
          <p:nvPr>
            <p:ph type="sldNum" sz="quarter" idx="2"/>
          </p:nvPr>
        </p:nvSpPr>
        <p:spPr>
          <a:xfrm>
            <a:off x="8383350" y="4763799"/>
            <a:ext cx="393319" cy="380235"/>
          </a:xfrm>
          <a:prstGeom prst="rect">
            <a:avLst/>
          </a:prstGeom>
        </p:spPr>
        <p:txBody>
          <a:bodyPr lIns="91424" tIns="91424" rIns="91424" bIns="91424" anchor="t"/>
          <a:lstStyle>
            <a:lvl1pPr algn="l">
              <a:defRPr sz="1400"/>
            </a:lvl1pPr>
          </a:lstStyle>
          <a:p>
            <a:pPr/>
            <a:fld id="{86CB4B4D-7CA3-9044-876B-883B54F8677D}" type="slidenum"/>
          </a:p>
        </p:txBody>
      </p:sp>
      <p:sp>
        <p:nvSpPr>
          <p:cNvPr id="199" name="Texto del título"/>
          <p:cNvSpPr txBox="1"/>
          <p:nvPr>
            <p:ph type="title"/>
          </p:nvPr>
        </p:nvSpPr>
        <p:spPr>
          <a:xfrm>
            <a:off x="342000" y="784800"/>
            <a:ext cx="6709800" cy="385201"/>
          </a:xfrm>
          <a:prstGeom prst="rect">
            <a:avLst/>
          </a:prstGeom>
        </p:spPr>
        <p:txBody>
          <a:bodyPr lIns="0" tIns="0" rIns="0" bIns="0" anchor="t">
            <a:normAutofit fontScale="100000" lnSpcReduction="0"/>
          </a:bodyPr>
          <a:lstStyle>
            <a:lvl1pPr>
              <a:lnSpc>
                <a:spcPct val="85000"/>
              </a:lnSpc>
              <a:defRPr b="1" sz="3000">
                <a:solidFill>
                  <a:srgbClr val="00139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USTOM_2_2_1_1_1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Número de diapositiva"/>
          <p:cNvSpPr txBox="1"/>
          <p:nvPr>
            <p:ph type="sldNum" sz="quarter" idx="2"/>
          </p:nvPr>
        </p:nvSpPr>
        <p:spPr>
          <a:xfrm>
            <a:off x="8383350" y="4763799"/>
            <a:ext cx="393319" cy="380235"/>
          </a:xfrm>
          <a:prstGeom prst="rect">
            <a:avLst/>
          </a:prstGeom>
        </p:spPr>
        <p:txBody>
          <a:bodyPr lIns="91424" tIns="91424" rIns="91424" bIns="91424" anchor="t"/>
          <a:lstStyle>
            <a:lvl1pPr algn="l">
              <a:defRPr sz="1400"/>
            </a:lvl1pPr>
          </a:lstStyle>
          <a:p>
            <a:pPr/>
            <a:fld id="{86CB4B4D-7CA3-9044-876B-883B54F8677D}" type="slidenum"/>
          </a:p>
        </p:txBody>
      </p:sp>
      <p:sp>
        <p:nvSpPr>
          <p:cNvPr id="207" name="Texto del título"/>
          <p:cNvSpPr txBox="1"/>
          <p:nvPr>
            <p:ph type="title"/>
          </p:nvPr>
        </p:nvSpPr>
        <p:spPr>
          <a:xfrm>
            <a:off x="342000" y="226799"/>
            <a:ext cx="6709800" cy="385201"/>
          </a:xfrm>
          <a:prstGeom prst="rect">
            <a:avLst/>
          </a:prstGeom>
        </p:spPr>
        <p:txBody>
          <a:bodyPr lIns="0" tIns="0" rIns="0" bIns="0" anchor="t">
            <a:normAutofit fontScale="100000" lnSpcReduction="0"/>
          </a:bodyPr>
          <a:lstStyle>
            <a:lvl1pPr>
              <a:lnSpc>
                <a:spcPct val="85000"/>
              </a:lnSpc>
              <a:defRPr b="1" sz="3000">
                <a:solidFill>
                  <a:srgbClr val="00139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USTOM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84;p26"/>
          <p:cNvSpPr/>
          <p:nvPr>
            <p:ph type="pic" idx="21"/>
          </p:nvPr>
        </p:nvSpPr>
        <p:spPr>
          <a:xfrm>
            <a:off x="74" y="-50"/>
            <a:ext cx="9144001" cy="5143501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215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ítulo y objetos_1_1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o del título"/>
          <p:cNvSpPr txBox="1"/>
          <p:nvPr>
            <p:ph type="title"/>
          </p:nvPr>
        </p:nvSpPr>
        <p:spPr>
          <a:xfrm>
            <a:off x="334525" y="3026821"/>
            <a:ext cx="8475000" cy="1939201"/>
          </a:xfrm>
          <a:prstGeom prst="rect">
            <a:avLst/>
          </a:prstGeom>
        </p:spPr>
        <p:txBody>
          <a:bodyPr lIns="0" tIns="0" rIns="0" bIns="0" anchor="b">
            <a:normAutofit fontScale="100000" lnSpcReduction="0"/>
          </a:bodyPr>
          <a:lstStyle>
            <a:lvl1pPr>
              <a:lnSpc>
                <a:spcPct val="90000"/>
              </a:lnSpc>
              <a:defRPr b="1" sz="6700">
                <a:solidFill>
                  <a:srgbClr val="FFFFFF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  <p:pic>
        <p:nvPicPr>
          <p:cNvPr id="223" name="Google Shape;87;p27" descr="Google Shape;87;p2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44875" y="344875"/>
            <a:ext cx="722575" cy="216625"/>
          </a:xfrm>
          <a:prstGeom prst="rect">
            <a:avLst/>
          </a:prstGeom>
          <a:ln w="12700">
            <a:miter lim="400000"/>
          </a:ln>
        </p:spPr>
      </p:pic>
      <p:sp>
        <p:nvSpPr>
          <p:cNvPr id="224" name="Nivel de texto 1…"/>
          <p:cNvSpPr txBox="1"/>
          <p:nvPr>
            <p:ph type="body" sz="quarter" idx="1"/>
          </p:nvPr>
        </p:nvSpPr>
        <p:spPr>
          <a:xfrm>
            <a:off x="339853" y="2652147"/>
            <a:ext cx="3863101" cy="216601"/>
          </a:xfrm>
          <a:prstGeom prst="rect">
            <a:avLst/>
          </a:prstGeom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1pPr>
            <a:lvl2pPr>
              <a:defRPr sz="12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2pPr>
            <a:lvl3pPr>
              <a:defRPr sz="12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3pPr>
            <a:lvl4pPr>
              <a:defRPr sz="12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4pPr>
            <a:lvl5pPr>
              <a:defRPr sz="12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5pPr>
          </a:lstStyle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225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ítulo y objetos_1_1_3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Texto del título"/>
          <p:cNvSpPr txBox="1"/>
          <p:nvPr>
            <p:ph type="title"/>
          </p:nvPr>
        </p:nvSpPr>
        <p:spPr>
          <a:xfrm>
            <a:off x="334525" y="2139598"/>
            <a:ext cx="5681101" cy="1395901"/>
          </a:xfrm>
          <a:prstGeom prst="rect">
            <a:avLst/>
          </a:prstGeom>
        </p:spPr>
        <p:txBody>
          <a:bodyPr lIns="0" tIns="0" rIns="0" bIns="0" anchor="t">
            <a:normAutofit fontScale="100000" lnSpcReduction="0"/>
          </a:bodyPr>
          <a:lstStyle>
            <a:lvl1pPr>
              <a:lnSpc>
                <a:spcPct val="90000"/>
              </a:lnSpc>
              <a:defRPr b="1" sz="7200">
                <a:solidFill>
                  <a:srgbClr val="FFFFFF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  <p:pic>
        <p:nvPicPr>
          <p:cNvPr id="233" name="Google Shape;91;p28" descr="Google Shape;91;p2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44875" y="344875"/>
            <a:ext cx="722575" cy="216625"/>
          </a:xfrm>
          <a:prstGeom prst="rect">
            <a:avLst/>
          </a:prstGeom>
          <a:ln w="12700">
            <a:miter lim="400000"/>
          </a:ln>
        </p:spPr>
      </p:pic>
      <p:sp>
        <p:nvSpPr>
          <p:cNvPr id="234" name="Nivel de texto 1…"/>
          <p:cNvSpPr txBox="1"/>
          <p:nvPr>
            <p:ph type="body" sz="quarter" idx="1"/>
          </p:nvPr>
        </p:nvSpPr>
        <p:spPr>
          <a:xfrm>
            <a:off x="348425" y="1798700"/>
            <a:ext cx="4421700" cy="271201"/>
          </a:xfrm>
          <a:prstGeom prst="rect">
            <a:avLst/>
          </a:prstGeom>
        </p:spPr>
        <p:txBody>
          <a:bodyPr lIns="0" tIns="0" rIns="0" bIns="0">
            <a:normAutofit fontScale="100000" lnSpcReduction="0"/>
          </a:bodyPr>
          <a:lstStyle>
            <a:lvl1pPr>
              <a:defRPr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1pPr>
            <a:lvl2pPr>
              <a:defRPr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2pPr>
            <a:lvl3pPr>
              <a:defRPr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3pPr>
            <a:lvl4pPr>
              <a:defRPr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4pPr>
            <a:lvl5pPr>
              <a:defRPr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5pPr>
          </a:lstStyle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235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ítulo y objetos_1_1_2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94;p29"/>
          <p:cNvSpPr/>
          <p:nvPr>
            <p:ph type="pic" sz="half" idx="21"/>
          </p:nvPr>
        </p:nvSpPr>
        <p:spPr>
          <a:xfrm>
            <a:off x="4970224" y="344874"/>
            <a:ext cx="3839102" cy="4462802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243" name="Texto del título"/>
          <p:cNvSpPr txBox="1"/>
          <p:nvPr>
            <p:ph type="title"/>
          </p:nvPr>
        </p:nvSpPr>
        <p:spPr>
          <a:xfrm>
            <a:off x="334525" y="1117094"/>
            <a:ext cx="3905700" cy="1395901"/>
          </a:xfrm>
          <a:prstGeom prst="rect">
            <a:avLst/>
          </a:prstGeom>
        </p:spPr>
        <p:txBody>
          <a:bodyPr lIns="0" tIns="0" rIns="0" bIns="0" anchor="t">
            <a:normAutofit fontScale="100000" lnSpcReduction="0"/>
          </a:bodyPr>
          <a:lstStyle>
            <a:lvl1pPr>
              <a:lnSpc>
                <a:spcPct val="90000"/>
              </a:lnSpc>
              <a:defRPr b="1" sz="5000">
                <a:solidFill>
                  <a:srgbClr val="FFFFFF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  <p:pic>
        <p:nvPicPr>
          <p:cNvPr id="244" name="Google Shape;96;p29" descr="Google Shape;96;p2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44875" y="344875"/>
            <a:ext cx="722575" cy="216625"/>
          </a:xfrm>
          <a:prstGeom prst="rect">
            <a:avLst/>
          </a:prstGeom>
          <a:ln w="12700">
            <a:miter lim="400000"/>
          </a:ln>
        </p:spPr>
      </p:pic>
      <p:sp>
        <p:nvSpPr>
          <p:cNvPr id="245" name="Google Shape;98;p29"/>
          <p:cNvSpPr/>
          <p:nvPr/>
        </p:nvSpPr>
        <p:spPr>
          <a:xfrm flipH="1">
            <a:off x="4462650" y="343949"/>
            <a:ext cx="1" cy="4429202"/>
          </a:xfrm>
          <a:prstGeom prst="line">
            <a:avLst/>
          </a:prstGeom>
          <a:ln>
            <a:solidFill>
              <a:srgbClr val="ADB8C2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6" name="Nivel de texto 1…"/>
          <p:cNvSpPr txBox="1"/>
          <p:nvPr>
            <p:ph type="body" sz="quarter" idx="1"/>
          </p:nvPr>
        </p:nvSpPr>
        <p:spPr>
          <a:xfrm>
            <a:off x="346425" y="4150050"/>
            <a:ext cx="3620700" cy="288601"/>
          </a:xfrm>
          <a:prstGeom prst="rect">
            <a:avLst/>
          </a:prstGeom>
        </p:spPr>
        <p:txBody>
          <a:bodyPr lIns="0" tIns="0" rIns="0" bIns="0">
            <a:normAutofit fontScale="100000" lnSpcReduction="0"/>
          </a:bodyPr>
          <a:lstStyle>
            <a:lvl1pPr>
              <a:defRPr sz="18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1pPr>
            <a:lvl2pPr>
              <a:defRPr sz="18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2pPr>
            <a:lvl3pPr>
              <a:defRPr sz="18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3pPr>
            <a:lvl4pPr>
              <a:defRPr sz="18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4pPr>
            <a:lvl5pPr>
              <a:defRPr sz="18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defRPr>
            </a:lvl5pPr>
          </a:lstStyle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247" name="Número de diapositiva"/>
          <p:cNvSpPr txBox="1"/>
          <p:nvPr>
            <p:ph type="sldNum" sz="quarter" idx="2"/>
          </p:nvPr>
        </p:nvSpPr>
        <p:spPr>
          <a:xfrm>
            <a:off x="8556783" y="4749851"/>
            <a:ext cx="393319" cy="398751"/>
          </a:xfrm>
          <a:prstGeom prst="rect">
            <a:avLst/>
          </a:prstGeom>
        </p:spPr>
        <p:txBody>
          <a:bodyPr lIns="91424" tIns="91424" rIns="91424" bIns="91424" anchor="t"/>
          <a:lstStyle>
            <a:lvl1pPr algn="l">
              <a:defRPr sz="1400">
                <a:solidFill>
                  <a:srgbClr val="FFFFFF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ítulo y objetos_1_1_1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4" name="Google Shape;101;p30" descr="Google Shape;101;p3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44874" y="344882"/>
            <a:ext cx="722575" cy="217681"/>
          </a:xfrm>
          <a:prstGeom prst="rect">
            <a:avLst/>
          </a:prstGeom>
          <a:ln w="12700">
            <a:miter lim="400000"/>
          </a:ln>
        </p:spPr>
      </p:pic>
      <p:sp>
        <p:nvSpPr>
          <p:cNvPr id="255" name="Texto del título"/>
          <p:cNvSpPr txBox="1"/>
          <p:nvPr>
            <p:ph type="title"/>
          </p:nvPr>
        </p:nvSpPr>
        <p:spPr>
          <a:xfrm>
            <a:off x="334525" y="2488200"/>
            <a:ext cx="7159201" cy="979801"/>
          </a:xfrm>
          <a:prstGeom prst="rect">
            <a:avLst/>
          </a:prstGeom>
        </p:spPr>
        <p:txBody>
          <a:bodyPr lIns="0" tIns="0" rIns="0" bIns="0" anchor="t">
            <a:normAutofit fontScale="100000" lnSpcReduction="0"/>
          </a:bodyPr>
          <a:lstStyle>
            <a:lvl1pPr>
              <a:lnSpc>
                <a:spcPct val="90000"/>
              </a:lnSpc>
              <a:defRPr b="1" sz="7200">
                <a:solidFill>
                  <a:srgbClr val="00139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  <p:sp>
        <p:nvSpPr>
          <p:cNvPr id="256" name="Nivel de texto 1…"/>
          <p:cNvSpPr txBox="1"/>
          <p:nvPr>
            <p:ph type="body" sz="quarter" idx="1"/>
          </p:nvPr>
        </p:nvSpPr>
        <p:spPr>
          <a:xfrm>
            <a:off x="332677" y="2217775"/>
            <a:ext cx="4854301" cy="296401"/>
          </a:xfrm>
          <a:prstGeom prst="rect">
            <a:avLst/>
          </a:prstGeom>
        </p:spPr>
        <p:txBody>
          <a:bodyPr lIns="0" tIns="0" rIns="0" bIns="0" anchor="ctr">
            <a:normAutofit fontScale="100000" lnSpcReduction="0"/>
          </a:bodyPr>
          <a:lstStyle>
            <a:lvl1pPr>
              <a:defRPr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defRPr>
            </a:lvl1pPr>
            <a:lvl2pPr>
              <a:defRPr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defRPr>
            </a:lvl2pPr>
            <a:lvl3pPr>
              <a:defRPr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defRPr>
            </a:lvl3pPr>
            <a:lvl4pPr>
              <a:defRPr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defRPr>
            </a:lvl4pPr>
            <a:lvl5pPr>
              <a:defRPr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defRPr>
            </a:lvl5pPr>
          </a:lstStyle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257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1_Diapositiva de título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Texto del título"/>
          <p:cNvSpPr txBox="1"/>
          <p:nvPr>
            <p:ph type="title"/>
          </p:nvPr>
        </p:nvSpPr>
        <p:spPr>
          <a:xfrm>
            <a:off x="325396" y="3601149"/>
            <a:ext cx="7977000" cy="1318502"/>
          </a:xfrm>
          <a:prstGeom prst="rect">
            <a:avLst/>
          </a:prstGeom>
        </p:spPr>
        <p:txBody>
          <a:bodyPr lIns="0" tIns="0" rIns="0" bIns="0" anchor="b">
            <a:normAutofit fontScale="100000" lnSpcReduction="0"/>
          </a:bodyPr>
          <a:lstStyle>
            <a:lvl1pPr marL="317500" indent="-635000">
              <a:lnSpc>
                <a:spcPct val="85000"/>
              </a:lnSpc>
              <a:defRPr b="1" sz="5000">
                <a:solidFill>
                  <a:srgbClr val="00139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  <p:pic>
        <p:nvPicPr>
          <p:cNvPr id="265" name="Google Shape;106;p31" descr="Google Shape;106;p3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363825" y="344875"/>
            <a:ext cx="445549" cy="134225"/>
          </a:xfrm>
          <a:prstGeom prst="rect">
            <a:avLst/>
          </a:prstGeom>
          <a:ln w="12700">
            <a:miter lim="400000"/>
          </a:ln>
        </p:spPr>
      </p:pic>
      <p:sp>
        <p:nvSpPr>
          <p:cNvPr id="266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1_Diapositiva de título_1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108;p32"/>
          <p:cNvSpPr/>
          <p:nvPr/>
        </p:nvSpPr>
        <p:spPr>
          <a:xfrm>
            <a:off x="111599" y="116708"/>
            <a:ext cx="8920801" cy="4910100"/>
          </a:xfrm>
          <a:prstGeom prst="roundRect">
            <a:avLst>
              <a:gd name="adj" fmla="val 4739"/>
            </a:avLst>
          </a:prstGeom>
          <a:solidFill>
            <a:schemeClr val="accent1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274" name="Google Shape;109;p32" descr="Google Shape;109;p3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363825" y="344875"/>
            <a:ext cx="445549" cy="134225"/>
          </a:xfrm>
          <a:prstGeom prst="rect">
            <a:avLst/>
          </a:prstGeom>
          <a:ln w="12700">
            <a:miter lim="400000"/>
          </a:ln>
        </p:spPr>
      </p:pic>
      <p:sp>
        <p:nvSpPr>
          <p:cNvPr id="275" name="Texto del título"/>
          <p:cNvSpPr txBox="1"/>
          <p:nvPr>
            <p:ph type="title"/>
          </p:nvPr>
        </p:nvSpPr>
        <p:spPr>
          <a:xfrm>
            <a:off x="322210" y="3586800"/>
            <a:ext cx="8512500" cy="1339501"/>
          </a:xfrm>
          <a:prstGeom prst="rect">
            <a:avLst/>
          </a:prstGeom>
        </p:spPr>
        <p:txBody>
          <a:bodyPr lIns="0" tIns="0" rIns="0" bIns="0" anchor="b">
            <a:normAutofit fontScale="100000" lnSpcReduction="0"/>
          </a:bodyPr>
          <a:lstStyle>
            <a:lvl1pPr marL="317500" indent="-635000">
              <a:lnSpc>
                <a:spcPct val="85000"/>
              </a:lnSpc>
              <a:defRPr b="1" sz="5000">
                <a:solidFill>
                  <a:srgbClr val="00139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  <p:sp>
        <p:nvSpPr>
          <p:cNvPr id="276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1_Diapositiva de título_1_1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112;p33"/>
          <p:cNvSpPr/>
          <p:nvPr>
            <p:ph type="pic" sz="half" idx="21"/>
          </p:nvPr>
        </p:nvSpPr>
        <p:spPr>
          <a:xfrm>
            <a:off x="5416150" y="894650"/>
            <a:ext cx="3393300" cy="3110701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284" name="Texto del título"/>
          <p:cNvSpPr txBox="1"/>
          <p:nvPr>
            <p:ph type="title"/>
          </p:nvPr>
        </p:nvSpPr>
        <p:spPr>
          <a:xfrm>
            <a:off x="323999" y="1158827"/>
            <a:ext cx="4065001" cy="627001"/>
          </a:xfrm>
          <a:prstGeom prst="rect">
            <a:avLst/>
          </a:prstGeom>
        </p:spPr>
        <p:txBody>
          <a:bodyPr lIns="0" tIns="0" rIns="0" bIns="0" anchor="t">
            <a:normAutofit fontScale="100000" lnSpcReduction="0"/>
          </a:bodyPr>
          <a:lstStyle>
            <a:lvl1pPr marL="317500" indent="-635000">
              <a:lnSpc>
                <a:spcPct val="85000"/>
              </a:lnSpc>
              <a:defRPr b="1" sz="5000">
                <a:solidFill>
                  <a:srgbClr val="00139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  <p:sp>
        <p:nvSpPr>
          <p:cNvPr id="285" name="Nivel de texto 1…"/>
          <p:cNvSpPr txBox="1"/>
          <p:nvPr>
            <p:ph type="body" sz="quarter" idx="1"/>
          </p:nvPr>
        </p:nvSpPr>
        <p:spPr>
          <a:xfrm>
            <a:off x="323999" y="3418402"/>
            <a:ext cx="4102201" cy="227701"/>
          </a:xfrm>
          <a:prstGeom prst="rect">
            <a:avLst/>
          </a:prstGeom>
        </p:spPr>
        <p:txBody>
          <a:bodyPr lIns="0" tIns="0" rIns="0" bIns="0">
            <a:normAutofit fontScale="100000" lnSpcReduction="0"/>
          </a:bodyPr>
          <a:lstStyle>
            <a:lvl1pPr>
              <a:defRPr b="1" sz="1800"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defRPr>
            </a:lvl1pPr>
            <a:lvl2pPr>
              <a:defRPr b="1" sz="1800"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defRPr>
            </a:lvl2pPr>
            <a:lvl3pPr>
              <a:defRPr b="1" sz="1800"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defRPr>
            </a:lvl3pPr>
            <a:lvl4pPr>
              <a:defRPr b="1" sz="1800"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defRPr>
            </a:lvl4pPr>
            <a:lvl5pPr>
              <a:defRPr b="1" sz="1800"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defRPr>
            </a:lvl5pPr>
          </a:lstStyle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286" name="Google Shape;115;p33"/>
          <p:cNvSpPr/>
          <p:nvPr/>
        </p:nvSpPr>
        <p:spPr>
          <a:xfrm flipH="1">
            <a:off x="4903449" y="884249"/>
            <a:ext cx="1" cy="3158702"/>
          </a:xfrm>
          <a:prstGeom prst="line">
            <a:avLst/>
          </a:prstGeom>
          <a:ln>
            <a:solidFill>
              <a:srgbClr val="001391"/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287" name="Google Shape;116;p33" descr="Google Shape;116;p3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44874" y="344882"/>
            <a:ext cx="722575" cy="217681"/>
          </a:xfrm>
          <a:prstGeom prst="rect">
            <a:avLst/>
          </a:prstGeom>
          <a:ln w="12700">
            <a:miter lim="400000"/>
          </a:ln>
        </p:spPr>
      </p:pic>
      <p:sp>
        <p:nvSpPr>
          <p:cNvPr id="288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USTOM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Texto del título"/>
          <p:cNvSpPr txBox="1"/>
          <p:nvPr>
            <p:ph type="title"/>
          </p:nvPr>
        </p:nvSpPr>
        <p:spPr>
          <a:xfrm>
            <a:off x="2247300" y="2317200"/>
            <a:ext cx="4649400" cy="509101"/>
          </a:xfrm>
          <a:prstGeom prst="rect">
            <a:avLst/>
          </a:prstGeom>
        </p:spPr>
        <p:txBody>
          <a:bodyPr lIns="0" tIns="0" rIns="0" bIns="0" anchor="t">
            <a:normAutofit fontScale="100000" lnSpcReduction="0"/>
          </a:bodyPr>
          <a:lstStyle>
            <a:lvl1pPr algn="ctr">
              <a:defRPr b="1" sz="3000">
                <a:solidFill>
                  <a:srgbClr val="FFFFFF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  <p:sp>
        <p:nvSpPr>
          <p:cNvPr id="296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ítulo y objetos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exto del título"/>
          <p:cNvSpPr txBox="1"/>
          <p:nvPr>
            <p:ph type="title"/>
          </p:nvPr>
        </p:nvSpPr>
        <p:spPr>
          <a:xfrm>
            <a:off x="340725" y="800277"/>
            <a:ext cx="3418800" cy="824400"/>
          </a:xfrm>
          <a:prstGeom prst="rect">
            <a:avLst/>
          </a:prstGeom>
        </p:spPr>
        <p:txBody>
          <a:bodyPr lIns="0" tIns="0" rIns="0" bIns="0" anchor="t">
            <a:normAutofit fontScale="100000" lnSpcReduction="0"/>
          </a:bodyPr>
          <a:lstStyle>
            <a:lvl1pPr>
              <a:lnSpc>
                <a:spcPct val="90000"/>
              </a:lnSpc>
              <a:defRPr b="1" sz="3000">
                <a:solidFill>
                  <a:srgbClr val="070E46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Texto del título</a:t>
            </a:r>
          </a:p>
        </p:txBody>
      </p:sp>
      <p:sp>
        <p:nvSpPr>
          <p:cNvPr id="304" name="Número de diapositiva"/>
          <p:cNvSpPr txBox="1"/>
          <p:nvPr>
            <p:ph type="sldNum" sz="quarter" idx="2"/>
          </p:nvPr>
        </p:nvSpPr>
        <p:spPr>
          <a:xfrm>
            <a:off x="8556783" y="4749851"/>
            <a:ext cx="393319" cy="398751"/>
          </a:xfrm>
          <a:prstGeom prst="rect">
            <a:avLst/>
          </a:prstGeom>
        </p:spPr>
        <p:txBody>
          <a:bodyPr lIns="91424" tIns="91424" rIns="91424" bIns="91424" anchor="t"/>
          <a:lstStyle>
            <a:lvl1pPr algn="l">
              <a:defRPr sz="1400">
                <a:solidFill>
                  <a:srgbClr val="070E46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 del título"/>
          <p:cNvSpPr txBox="1"/>
          <p:nvPr>
            <p:ph type="title"/>
          </p:nvPr>
        </p:nvSpPr>
        <p:spPr>
          <a:xfrm>
            <a:off x="457200" y="69056"/>
            <a:ext cx="8229600" cy="11310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Texto del título</a:t>
            </a:r>
          </a:p>
        </p:txBody>
      </p:sp>
      <p:sp>
        <p:nvSpPr>
          <p:cNvPr id="3" name="Nivel de texto 1…"/>
          <p:cNvSpPr txBox="1"/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4" name="Número de diapositiva"/>
          <p:cNvSpPr txBox="1"/>
          <p:nvPr>
            <p:ph type="sldNum" sz="quarter" idx="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image" Target="../media/image5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" Target="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" Target="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" Target="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126;p36"/>
          <p:cNvSpPr txBox="1"/>
          <p:nvPr>
            <p:ph type="title"/>
          </p:nvPr>
        </p:nvSpPr>
        <p:spPr>
          <a:xfrm>
            <a:off x="334524" y="2139600"/>
            <a:ext cx="5681102" cy="2008202"/>
          </a:xfrm>
          <a:prstGeom prst="rect">
            <a:avLst/>
          </a:prstGeom>
        </p:spPr>
        <p:txBody>
          <a:bodyPr/>
          <a:lstStyle>
            <a:lvl1pPr>
              <a:defRPr sz="6200">
                <a:solidFill>
                  <a:srgbClr val="F7F8F8"/>
                </a:solidFill>
              </a:defRPr>
            </a:lvl1pPr>
          </a:lstStyle>
          <a:p>
            <a:pPr/>
            <a:r>
              <a:t>Seguimiento incidencias</a:t>
            </a:r>
          </a:p>
        </p:txBody>
      </p:sp>
      <p:sp>
        <p:nvSpPr>
          <p:cNvPr id="314" name="Google Shape;127;p36"/>
          <p:cNvSpPr txBox="1"/>
          <p:nvPr>
            <p:ph type="body" sz="quarter" idx="1"/>
          </p:nvPr>
        </p:nvSpPr>
        <p:spPr>
          <a:xfrm>
            <a:off x="348425" y="1798700"/>
            <a:ext cx="4421700" cy="271201"/>
          </a:xfrm>
          <a:prstGeom prst="rect">
            <a:avLst/>
          </a:prstGeom>
        </p:spPr>
        <p:txBody>
          <a:bodyPr/>
          <a:lstStyle/>
          <a:p>
            <a:pPr/>
            <a:r>
              <a:t>KPIs, evolución y análisis del periodo</a:t>
            </a:r>
          </a:p>
        </p:txBody>
      </p:sp>
      <p:pic>
        <p:nvPicPr>
          <p:cNvPr id="315" name="graphic-glass.pngGoogle Shape;128;p36" descr="graphic-glass.pngGoogle Shape;128;p36"/>
          <p:cNvPicPr>
            <a:picLocks noChangeAspect="1"/>
          </p:cNvPicPr>
          <p:nvPr/>
        </p:nvPicPr>
        <p:blipFill>
          <a:blip r:embed="rId2">
            <a:extLst/>
          </a:blip>
          <a:srcRect l="10790" t="4886" r="8138" b="9548"/>
          <a:stretch>
            <a:fillRect/>
          </a:stretch>
        </p:blipFill>
        <p:spPr>
          <a:xfrm>
            <a:off x="6003249" y="1675450"/>
            <a:ext cx="2806127" cy="2961725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18" name="Google Shape;129;p36"/>
          <p:cNvGrpSpPr/>
          <p:nvPr/>
        </p:nvGrpSpPr>
        <p:grpSpPr>
          <a:xfrm>
            <a:off x="391950" y="3841975"/>
            <a:ext cx="2772600" cy="335251"/>
            <a:chOff x="0" y="0"/>
            <a:chExt cx="2772599" cy="335249"/>
          </a:xfrm>
        </p:grpSpPr>
        <p:sp>
          <p:nvSpPr>
            <p:cNvPr id="316" name="Rectángulo redondeado"/>
            <p:cNvSpPr/>
            <p:nvPr/>
          </p:nvSpPr>
          <p:spPr>
            <a:xfrm>
              <a:off x="0" y="22724"/>
              <a:ext cx="2772600" cy="289801"/>
            </a:xfrm>
            <a:prstGeom prst="roundRect">
              <a:avLst>
                <a:gd name="adj" fmla="val 50000"/>
              </a:avLst>
            </a:prstGeom>
            <a:solidFill>
              <a:srgbClr val="F9E876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1000"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317" name="Periodo dd/mm - dd/mm 2026"/>
            <p:cNvSpPr txBox="1"/>
            <p:nvPr/>
          </p:nvSpPr>
          <p:spPr>
            <a:xfrm>
              <a:off x="42439" y="-1"/>
              <a:ext cx="2687722" cy="3352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4" tIns="91424" rIns="91424" bIns="91424" numCol="1" anchor="ctr">
              <a:spAutoFit/>
            </a:bodyPr>
            <a:lstStyle>
              <a:lvl1pPr algn="ctr">
                <a:defRPr sz="1000">
                  <a:latin typeface="Lato"/>
                  <a:ea typeface="Lato"/>
                  <a:cs typeface="Lato"/>
                  <a:sym typeface="Lato"/>
                </a:defRPr>
              </a:lvl1pPr>
            </a:lstStyle>
            <a:p>
              <a:pPr/>
              <a:r>
                <a:t>Periodo dd/mm - dd/mm 2026 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58;p15"/>
          <p:cNvSpPr txBox="1"/>
          <p:nvPr>
            <p:ph type="sldNum" sz="quarter" idx="2"/>
          </p:nvPr>
        </p:nvSpPr>
        <p:spPr>
          <a:xfrm>
            <a:off x="8633795" y="4763799"/>
            <a:ext cx="252056" cy="30985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 algn="r">
              <a:defRPr sz="800">
                <a:solidFill>
                  <a:srgbClr val="003194"/>
                </a:solidFill>
                <a:latin typeface="Lato"/>
                <a:ea typeface="Lato"/>
                <a:cs typeface="Lato"/>
                <a:sym typeface="Lato"/>
              </a:defRPr>
            </a:lvl1pPr>
          </a:lstStyle>
          <a:p>
            <a:pPr/>
            <a:fld id="{86CB4B4D-7CA3-9044-876B-883B54F8677D}" type="slidenum"/>
          </a:p>
        </p:txBody>
      </p:sp>
      <p:sp>
        <p:nvSpPr>
          <p:cNvPr id="321" name="Google Shape;139;p38"/>
          <p:cNvSpPr/>
          <p:nvPr/>
        </p:nvSpPr>
        <p:spPr>
          <a:xfrm>
            <a:off x="348300" y="278925"/>
            <a:ext cx="8460900" cy="4520101"/>
          </a:xfrm>
          <a:prstGeom prst="roundRect">
            <a:avLst>
              <a:gd name="adj" fmla="val 4831"/>
            </a:avLst>
          </a:prstGeom>
          <a:solidFill>
            <a:srgbClr val="001391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322" name="Google Shape;140;p38"/>
          <p:cNvSpPr txBox="1"/>
          <p:nvPr/>
        </p:nvSpPr>
        <p:spPr>
          <a:xfrm>
            <a:off x="714724" y="2240850"/>
            <a:ext cx="7591202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5000">
                <a:solidFill>
                  <a:srgbClr val="FFFFFF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Dashboard de KPIs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18;p5"/>
          <p:cNvSpPr txBox="1"/>
          <p:nvPr>
            <p:ph type="sldNum" sz="quarter" idx="2"/>
          </p:nvPr>
        </p:nvSpPr>
        <p:spPr>
          <a:xfrm>
            <a:off x="8633795" y="4763799"/>
            <a:ext cx="252056" cy="30985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 algn="r">
              <a:defRPr sz="800">
                <a:solidFill>
                  <a:srgbClr val="003194"/>
                </a:solidFill>
                <a:latin typeface="Lato"/>
                <a:ea typeface="Lato"/>
                <a:cs typeface="Lato"/>
                <a:sym typeface="Lato"/>
              </a:defRPr>
            </a:lvl1pPr>
          </a:lstStyle>
          <a:p>
            <a:pPr/>
            <a:fld id="{86CB4B4D-7CA3-9044-876B-883B54F8677D}" type="slidenum"/>
          </a:p>
        </p:txBody>
      </p:sp>
      <p:grpSp>
        <p:nvGrpSpPr>
          <p:cNvPr id="327" name="Google Shape;145;p39"/>
          <p:cNvGrpSpPr/>
          <p:nvPr/>
        </p:nvGrpSpPr>
        <p:grpSpPr>
          <a:xfrm>
            <a:off x="241449" y="2048249"/>
            <a:ext cx="4295701" cy="2788501"/>
            <a:chOff x="0" y="0"/>
            <a:chExt cx="4295699" cy="2788499"/>
          </a:xfrm>
        </p:grpSpPr>
        <p:sp>
          <p:nvSpPr>
            <p:cNvPr id="325" name="Rectángulo redondeado"/>
            <p:cNvSpPr/>
            <p:nvPr/>
          </p:nvSpPr>
          <p:spPr>
            <a:xfrm>
              <a:off x="0" y="0"/>
              <a:ext cx="4295700" cy="2788500"/>
            </a:xfrm>
            <a:prstGeom prst="roundRect">
              <a:avLst>
                <a:gd name="adj" fmla="val 4329"/>
              </a:avLst>
            </a:prstGeom>
            <a:solidFill>
              <a:srgbClr val="ECF7FF"/>
            </a:solidFill>
            <a:ln w="9525" cap="flat">
              <a:solidFill>
                <a:srgbClr val="001391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200"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326" name="Resumen quincenal"/>
            <p:cNvSpPr txBox="1"/>
            <p:nvPr/>
          </p:nvSpPr>
          <p:spPr>
            <a:xfrm>
              <a:off x="58118" y="130118"/>
              <a:ext cx="4179464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200">
                  <a:latin typeface="Lato"/>
                  <a:ea typeface="Lato"/>
                  <a:cs typeface="Lato"/>
                  <a:sym typeface="Lato"/>
                </a:defRPr>
              </a:lvl1pPr>
            </a:lstStyle>
            <a:p>
              <a:pPr/>
              <a:r>
                <a:t>Resumen quincenal</a:t>
              </a:r>
            </a:p>
          </p:txBody>
        </p:sp>
      </p:grpSp>
      <p:grpSp>
        <p:nvGrpSpPr>
          <p:cNvPr id="330" name="Google Shape;146;p39"/>
          <p:cNvGrpSpPr/>
          <p:nvPr/>
        </p:nvGrpSpPr>
        <p:grpSpPr>
          <a:xfrm>
            <a:off x="241449" y="594150"/>
            <a:ext cx="8568002" cy="1293301"/>
            <a:chOff x="0" y="0"/>
            <a:chExt cx="8568000" cy="1293300"/>
          </a:xfrm>
        </p:grpSpPr>
        <p:sp>
          <p:nvSpPr>
            <p:cNvPr id="328" name="Rectángulo redondeado"/>
            <p:cNvSpPr/>
            <p:nvPr/>
          </p:nvSpPr>
          <p:spPr>
            <a:xfrm>
              <a:off x="0" y="0"/>
              <a:ext cx="8568001" cy="1293301"/>
            </a:xfrm>
            <a:prstGeom prst="roundRect">
              <a:avLst>
                <a:gd name="adj" fmla="val 4329"/>
              </a:avLst>
            </a:prstGeom>
            <a:solidFill>
              <a:srgbClr val="FFFFFF"/>
            </a:solidFill>
            <a:ln w="9525" cap="flat">
              <a:solidFill>
                <a:srgbClr val="001391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200"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329" name="Incidencias abiertas por criticidad"/>
            <p:cNvSpPr txBox="1"/>
            <p:nvPr/>
          </p:nvSpPr>
          <p:spPr>
            <a:xfrm>
              <a:off x="39160" y="111160"/>
              <a:ext cx="848968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>
                  <a:solidFill>
                    <a:srgbClr val="04137B"/>
                  </a:solidFill>
                  <a:latin typeface="Lato"/>
                  <a:ea typeface="Lato"/>
                  <a:cs typeface="Lato"/>
                  <a:sym typeface="Lato"/>
                </a:defRPr>
              </a:lvl1pPr>
            </a:lstStyle>
            <a:p>
              <a:pPr/>
              <a:r>
                <a:t>Incidencias abiertas por criticidad</a:t>
              </a:r>
            </a:p>
          </p:txBody>
        </p:sp>
      </p:grpSp>
      <p:sp>
        <p:nvSpPr>
          <p:cNvPr id="331" name="Google Shape;147;p39"/>
          <p:cNvSpPr txBox="1"/>
          <p:nvPr/>
        </p:nvSpPr>
        <p:spPr>
          <a:xfrm>
            <a:off x="241449" y="164899"/>
            <a:ext cx="8902502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04138B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Seguimiento de incidencias - Resumen ejecutivo</a:t>
            </a:r>
          </a:p>
        </p:txBody>
      </p:sp>
      <p:grpSp>
        <p:nvGrpSpPr>
          <p:cNvPr id="334" name="Google Shape;148;p39"/>
          <p:cNvGrpSpPr/>
          <p:nvPr/>
        </p:nvGrpSpPr>
        <p:grpSpPr>
          <a:xfrm>
            <a:off x="414300" y="1038973"/>
            <a:ext cx="2629800" cy="1018194"/>
            <a:chOff x="0" y="0"/>
            <a:chExt cx="2629799" cy="1018192"/>
          </a:xfrm>
        </p:grpSpPr>
        <p:sp>
          <p:nvSpPr>
            <p:cNvPr id="332" name="Rectángulo redondeado"/>
            <p:cNvSpPr/>
            <p:nvPr/>
          </p:nvSpPr>
          <p:spPr>
            <a:xfrm>
              <a:off x="0" y="0"/>
              <a:ext cx="2629800" cy="756000"/>
            </a:xfrm>
            <a:prstGeom prst="roundRect">
              <a:avLst>
                <a:gd name="adj" fmla="val 18197"/>
              </a:avLst>
            </a:prstGeom>
            <a:solidFill>
              <a:srgbClr val="001391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lnSpc>
                  <a:spcPct val="90000"/>
                </a:lnSpc>
                <a:defRPr b="1" sz="1200">
                  <a:solidFill>
                    <a:srgbClr val="FFFFFF"/>
                  </a:solidFill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333" name="30 INCIDENCIAS ABIERTAS EN TOTAL"/>
            <p:cNvSpPr txBox="1"/>
            <p:nvPr/>
          </p:nvSpPr>
          <p:spPr>
            <a:xfrm>
              <a:off x="112293" y="40292"/>
              <a:ext cx="2441214" cy="977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lnSpc>
                  <a:spcPct val="90000"/>
                </a:lnSpc>
                <a:defRPr b="1" sz="3500">
                  <a:solidFill>
                    <a:srgbClr val="FFFFFF"/>
                  </a:solidFill>
                  <a:latin typeface="Lato"/>
                  <a:ea typeface="Lato"/>
                  <a:cs typeface="Lato"/>
                  <a:sym typeface="Lato"/>
                </a:defRPr>
              </a:pPr>
              <a:r>
                <a:t>30</a:t>
              </a:r>
              <a:br/>
              <a:r>
                <a:rPr sz="1200"/>
                <a:t>INCIDENCIAS ABIERTAS EN TOTAL</a:t>
              </a:r>
              <a:endParaRPr sz="1200"/>
            </a:p>
          </p:txBody>
        </p:sp>
      </p:grpSp>
      <p:grpSp>
        <p:nvGrpSpPr>
          <p:cNvPr id="337" name="Google Shape;149;p39"/>
          <p:cNvGrpSpPr/>
          <p:nvPr/>
        </p:nvGrpSpPr>
        <p:grpSpPr>
          <a:xfrm>
            <a:off x="3210562" y="1039067"/>
            <a:ext cx="2629801" cy="756001"/>
            <a:chOff x="0" y="0"/>
            <a:chExt cx="2629799" cy="755999"/>
          </a:xfrm>
        </p:grpSpPr>
        <p:sp>
          <p:nvSpPr>
            <p:cNvPr id="335" name="Rectángulo redondeado"/>
            <p:cNvSpPr/>
            <p:nvPr/>
          </p:nvSpPr>
          <p:spPr>
            <a:xfrm>
              <a:off x="0" y="0"/>
              <a:ext cx="2629800" cy="756000"/>
            </a:xfrm>
            <a:prstGeom prst="roundRect">
              <a:avLst>
                <a:gd name="adj" fmla="val 18197"/>
              </a:avLst>
            </a:prstGeom>
            <a:solidFill>
              <a:srgbClr val="FDB7B7">
                <a:alpha val="27669"/>
              </a:srgbClr>
            </a:solidFill>
            <a:ln w="9525" cap="flat">
              <a:solidFill>
                <a:srgbClr val="001391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lnSpc>
                  <a:spcPct val="90000"/>
                </a:lnSpc>
                <a:defRPr b="1" sz="1200">
                  <a:solidFill>
                    <a:srgbClr val="04138B"/>
                  </a:solidFill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336" name="5  INCIDENCIAS MAESTRAS"/>
            <p:cNvSpPr txBox="1"/>
            <p:nvPr/>
          </p:nvSpPr>
          <p:spPr>
            <a:xfrm>
              <a:off x="153055" y="45055"/>
              <a:ext cx="2323690" cy="6578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lnSpc>
                  <a:spcPct val="90000"/>
                </a:lnSpc>
                <a:defRPr b="1" sz="3500">
                  <a:solidFill>
                    <a:srgbClr val="04138B"/>
                  </a:solidFill>
                  <a:latin typeface="Lato"/>
                  <a:ea typeface="Lato"/>
                  <a:cs typeface="Lato"/>
                  <a:sym typeface="Lato"/>
                </a:defRPr>
              </a:pPr>
              <a:r>
                <a:t>5</a:t>
              </a:r>
              <a:r>
                <a:rPr sz="2600"/>
                <a:t> </a:t>
              </a:r>
              <a:br>
                <a:rPr sz="2600"/>
              </a:br>
              <a:r>
                <a:rPr sz="1200"/>
                <a:t>INCIDENCIAS MAESTRAS</a:t>
              </a:r>
            </a:p>
          </p:txBody>
        </p:sp>
      </p:grpSp>
      <p:grpSp>
        <p:nvGrpSpPr>
          <p:cNvPr id="340" name="Google Shape;150;p39"/>
          <p:cNvGrpSpPr/>
          <p:nvPr/>
        </p:nvGrpSpPr>
        <p:grpSpPr>
          <a:xfrm>
            <a:off x="6006824" y="1039067"/>
            <a:ext cx="2629801" cy="862937"/>
            <a:chOff x="0" y="0"/>
            <a:chExt cx="2629799" cy="862935"/>
          </a:xfrm>
        </p:grpSpPr>
        <p:sp>
          <p:nvSpPr>
            <p:cNvPr id="338" name="Rectángulo redondeado"/>
            <p:cNvSpPr/>
            <p:nvPr/>
          </p:nvSpPr>
          <p:spPr>
            <a:xfrm>
              <a:off x="0" y="0"/>
              <a:ext cx="2629800" cy="756000"/>
            </a:xfrm>
            <a:prstGeom prst="roundRect">
              <a:avLst>
                <a:gd name="adj" fmla="val 18197"/>
              </a:avLst>
            </a:prstGeom>
            <a:solidFill>
              <a:srgbClr val="F9E876">
                <a:alpha val="45570"/>
              </a:srgbClr>
            </a:solidFill>
            <a:ln w="9525" cap="flat">
              <a:solidFill>
                <a:srgbClr val="001391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lnSpc>
                  <a:spcPct val="115000"/>
                </a:lnSpc>
                <a:spcBef>
                  <a:spcPts val="200"/>
                </a:spcBef>
                <a:defRPr b="1" sz="1200"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339" name="25  OTRAS INCIDENCIAS"/>
            <p:cNvSpPr txBox="1"/>
            <p:nvPr/>
          </p:nvSpPr>
          <p:spPr>
            <a:xfrm>
              <a:off x="153055" y="45055"/>
              <a:ext cx="2323690" cy="8178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lnSpc>
                  <a:spcPct val="90000"/>
                </a:lnSpc>
                <a:defRPr b="1" sz="3500">
                  <a:solidFill>
                    <a:srgbClr val="04138B"/>
                  </a:solidFill>
                  <a:latin typeface="Lato"/>
                  <a:ea typeface="Lato"/>
                  <a:cs typeface="Lato"/>
                  <a:sym typeface="Lato"/>
                </a:defRPr>
              </a:pPr>
              <a:r>
                <a:t>25 </a:t>
              </a:r>
              <a:br/>
              <a:r>
                <a:rPr sz="1200"/>
                <a:t>OTRAS INCIDENCIAS</a:t>
              </a:r>
              <a:endParaRPr sz="1200"/>
            </a:p>
          </p:txBody>
        </p:sp>
      </p:grpSp>
      <p:pic>
        <p:nvPicPr>
          <p:cNvPr id="341" name="info-glass-XXL.pngGoogle Shape;151;p39" descr="info-glass-XXL.pngGoogle Shape;151;p39">
            <a:hlinkClick r:id="rId2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827682" y="1099891"/>
            <a:ext cx="170901" cy="163326"/>
          </a:xfrm>
          <a:prstGeom prst="rect">
            <a:avLst/>
          </a:prstGeom>
          <a:ln w="12700">
            <a:miter lim="400000"/>
          </a:ln>
        </p:spPr>
      </p:pic>
      <p:sp>
        <p:nvSpPr>
          <p:cNvPr id="342" name="Google Shape;152;p39">
            <a:hlinkClick r:id="rId2" invalidUrl="" action="ppaction://hlinksldjump" tgtFrame="" tooltip="" history="1" highlightClick="0" endSnd="0"/>
          </p:cNvPr>
          <p:cNvSpPr txBox="1"/>
          <p:nvPr/>
        </p:nvSpPr>
        <p:spPr>
          <a:xfrm>
            <a:off x="5036332" y="1141193"/>
            <a:ext cx="926100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75000"/>
              </a:lnSpc>
              <a:defRPr b="1" sz="1000" u="sng">
                <a:uFill>
                  <a:solidFill>
                    <a:srgbClr val="001391"/>
                  </a:solidFill>
                </a:uFill>
                <a:latin typeface="Source Serif 4"/>
                <a:ea typeface="Source Serif 4"/>
                <a:cs typeface="Source Serif 4"/>
                <a:sym typeface="Source Serif 4"/>
                <a:hlinkClick r:id="rId2" invalidUrl="" action="ppaction://hlinksldjump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01391"/>
                  </a:solidFill>
                </a:uFill>
                <a:hlinkClick r:id="rId2" invalidUrl="" action="ppaction://hlinksldjump" tgtFrame="" tooltip="" history="1" highlightClick="0" endSnd="0"/>
              </a:rPr>
              <a:t>Ver detalle</a:t>
            </a:r>
          </a:p>
        </p:txBody>
      </p:sp>
      <p:grpSp>
        <p:nvGrpSpPr>
          <p:cNvPr id="345" name="Google Shape;153;p39"/>
          <p:cNvGrpSpPr/>
          <p:nvPr/>
        </p:nvGrpSpPr>
        <p:grpSpPr>
          <a:xfrm>
            <a:off x="369249" y="3248650"/>
            <a:ext cx="3994501" cy="665401"/>
            <a:chOff x="0" y="0"/>
            <a:chExt cx="3994499" cy="665399"/>
          </a:xfrm>
        </p:grpSpPr>
        <p:sp>
          <p:nvSpPr>
            <p:cNvPr id="343" name="Rectángulo redondeado"/>
            <p:cNvSpPr/>
            <p:nvPr/>
          </p:nvSpPr>
          <p:spPr>
            <a:xfrm>
              <a:off x="0" y="0"/>
              <a:ext cx="3994500" cy="665400"/>
            </a:xfrm>
            <a:prstGeom prst="roundRect">
              <a:avLst>
                <a:gd name="adj" fmla="val 18197"/>
              </a:avLst>
            </a:prstGeom>
            <a:solidFill>
              <a:srgbClr val="FFFFFF"/>
            </a:solidFill>
            <a:ln w="9525" cap="flat">
              <a:solidFill>
                <a:srgbClr val="001391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lnSpc>
                  <a:spcPct val="115000"/>
                </a:lnSpc>
                <a:spcBef>
                  <a:spcPts val="200"/>
                </a:spcBef>
                <a:defRPr b="1" sz="1200"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344" name="3 INCIDENCIAS CERRADAS"/>
            <p:cNvSpPr txBox="1"/>
            <p:nvPr/>
          </p:nvSpPr>
          <p:spPr>
            <a:xfrm>
              <a:off x="112226" y="112226"/>
              <a:ext cx="3842048" cy="381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lnSpc>
                  <a:spcPct val="115000"/>
                </a:lnSpc>
                <a:spcBef>
                  <a:spcPts val="200"/>
                </a:spcBef>
                <a:defRPr b="1" sz="2500">
                  <a:solidFill>
                    <a:srgbClr val="04138B"/>
                  </a:solidFill>
                  <a:latin typeface="Lato"/>
                  <a:ea typeface="Lato"/>
                  <a:cs typeface="Lato"/>
                  <a:sym typeface="Lato"/>
                </a:defRPr>
              </a:pPr>
              <a:r>
                <a:t>3 </a:t>
              </a:r>
              <a:r>
                <a:rPr sz="1200">
                  <a:solidFill>
                    <a:srgbClr val="001391"/>
                  </a:solidFill>
                </a:rPr>
                <a:t>INCIDENCIAS CERRADAS</a:t>
              </a:r>
            </a:p>
          </p:txBody>
        </p:sp>
      </p:grpSp>
      <p:sp>
        <p:nvSpPr>
          <p:cNvPr id="346" name="Google Shape;154;p39"/>
          <p:cNvSpPr txBox="1"/>
          <p:nvPr/>
        </p:nvSpPr>
        <p:spPr>
          <a:xfrm>
            <a:off x="2566722" y="3291047"/>
            <a:ext cx="481801" cy="3479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defRPr sz="1100">
                <a:solidFill>
                  <a:srgbClr val="38761D"/>
                </a:solidFill>
                <a:latin typeface="Lato"/>
                <a:ea typeface="Lato"/>
                <a:cs typeface="Lato"/>
                <a:sym typeface="Lato"/>
              </a:defRPr>
            </a:lvl1pPr>
          </a:lstStyle>
          <a:p>
            <a:pPr/>
            <a:r>
              <a:t>38%</a:t>
            </a:r>
          </a:p>
        </p:txBody>
      </p:sp>
      <p:sp>
        <p:nvSpPr>
          <p:cNvPr id="347" name="Google Shape;155;p39"/>
          <p:cNvSpPr/>
          <p:nvPr/>
        </p:nvSpPr>
        <p:spPr>
          <a:xfrm rot="10800000">
            <a:off x="2515115" y="3423992"/>
            <a:ext cx="109501" cy="90001"/>
          </a:xfrm>
          <a:prstGeom prst="triangle">
            <a:avLst/>
          </a:prstGeom>
          <a:solidFill>
            <a:srgbClr val="38761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grpSp>
        <p:nvGrpSpPr>
          <p:cNvPr id="350" name="Google Shape;156;p39"/>
          <p:cNvGrpSpPr/>
          <p:nvPr/>
        </p:nvGrpSpPr>
        <p:grpSpPr>
          <a:xfrm>
            <a:off x="369249" y="4049300"/>
            <a:ext cx="3994501" cy="665401"/>
            <a:chOff x="0" y="0"/>
            <a:chExt cx="3994499" cy="665399"/>
          </a:xfrm>
        </p:grpSpPr>
        <p:sp>
          <p:nvSpPr>
            <p:cNvPr id="348" name="Rectángulo redondeado"/>
            <p:cNvSpPr/>
            <p:nvPr/>
          </p:nvSpPr>
          <p:spPr>
            <a:xfrm>
              <a:off x="0" y="0"/>
              <a:ext cx="3994500" cy="665400"/>
            </a:xfrm>
            <a:prstGeom prst="roundRect">
              <a:avLst>
                <a:gd name="adj" fmla="val 18197"/>
              </a:avLst>
            </a:prstGeom>
            <a:solidFill>
              <a:srgbClr val="FFFFFF"/>
            </a:solidFill>
            <a:ln w="9525" cap="flat">
              <a:solidFill>
                <a:srgbClr val="001391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lnSpc>
                  <a:spcPct val="115000"/>
                </a:lnSpc>
                <a:spcBef>
                  <a:spcPts val="200"/>
                </a:spcBef>
                <a:defRPr i="1" sz="800"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349" name="4 DÍAS DE RESOLUCIÓN (EN PROMEDIO)"/>
            <p:cNvSpPr txBox="1"/>
            <p:nvPr/>
          </p:nvSpPr>
          <p:spPr>
            <a:xfrm>
              <a:off x="112226" y="112226"/>
              <a:ext cx="3842048" cy="381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lnSpc>
                  <a:spcPct val="115000"/>
                </a:lnSpc>
                <a:spcBef>
                  <a:spcPts val="200"/>
                </a:spcBef>
                <a:defRPr b="1" sz="2500">
                  <a:solidFill>
                    <a:srgbClr val="04138B"/>
                  </a:solidFill>
                  <a:latin typeface="Lato"/>
                  <a:ea typeface="Lato"/>
                  <a:cs typeface="Lato"/>
                  <a:sym typeface="Lato"/>
                </a:defRPr>
              </a:pPr>
              <a:r>
                <a:t>4 </a:t>
              </a:r>
              <a:r>
                <a:rPr sz="1200">
                  <a:solidFill>
                    <a:srgbClr val="001391"/>
                  </a:solidFill>
                </a:rPr>
                <a:t>DÍAS DE RESOLUCIÓN </a:t>
              </a:r>
              <a:r>
                <a:rPr b="0" i="1" sz="800">
                  <a:solidFill>
                    <a:srgbClr val="001391"/>
                  </a:solidFill>
                </a:rPr>
                <a:t>(EN PROMEDIO)</a:t>
              </a:r>
            </a:p>
          </p:txBody>
        </p:sp>
      </p:grpSp>
      <p:sp>
        <p:nvSpPr>
          <p:cNvPr id="351" name="Google Shape;157;p39"/>
          <p:cNvSpPr txBox="1"/>
          <p:nvPr/>
        </p:nvSpPr>
        <p:spPr>
          <a:xfrm>
            <a:off x="3088684" y="4143052"/>
            <a:ext cx="481801" cy="3479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defRPr sz="1100">
                <a:solidFill>
                  <a:srgbClr val="38761D"/>
                </a:solidFill>
                <a:latin typeface="Lato"/>
                <a:ea typeface="Lato"/>
                <a:cs typeface="Lato"/>
                <a:sym typeface="Lato"/>
              </a:defRPr>
            </a:lvl1pPr>
          </a:lstStyle>
          <a:p>
            <a:pPr/>
            <a:r>
              <a:t>38%</a:t>
            </a:r>
          </a:p>
        </p:txBody>
      </p:sp>
      <p:sp>
        <p:nvSpPr>
          <p:cNvPr id="352" name="Google Shape;158;p39"/>
          <p:cNvSpPr/>
          <p:nvPr/>
        </p:nvSpPr>
        <p:spPr>
          <a:xfrm rot="10800000">
            <a:off x="3037078" y="4275999"/>
            <a:ext cx="109501" cy="90001"/>
          </a:xfrm>
          <a:prstGeom prst="triangle">
            <a:avLst/>
          </a:prstGeom>
          <a:solidFill>
            <a:srgbClr val="38761D"/>
          </a:solidFill>
          <a:ln>
            <a:solidFill>
              <a:srgbClr val="38761D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grpSp>
        <p:nvGrpSpPr>
          <p:cNvPr id="355" name="Google Shape;159;p39"/>
          <p:cNvGrpSpPr/>
          <p:nvPr/>
        </p:nvGrpSpPr>
        <p:grpSpPr>
          <a:xfrm>
            <a:off x="369249" y="2448000"/>
            <a:ext cx="3994501" cy="665401"/>
            <a:chOff x="0" y="0"/>
            <a:chExt cx="3994499" cy="665399"/>
          </a:xfrm>
        </p:grpSpPr>
        <p:sp>
          <p:nvSpPr>
            <p:cNvPr id="353" name="Rectángulo redondeado"/>
            <p:cNvSpPr/>
            <p:nvPr/>
          </p:nvSpPr>
          <p:spPr>
            <a:xfrm>
              <a:off x="0" y="0"/>
              <a:ext cx="3994500" cy="665400"/>
            </a:xfrm>
            <a:prstGeom prst="roundRect">
              <a:avLst>
                <a:gd name="adj" fmla="val 18197"/>
              </a:avLst>
            </a:prstGeom>
            <a:solidFill>
              <a:srgbClr val="FFFFFF"/>
            </a:solidFill>
            <a:ln w="9525" cap="flat">
              <a:solidFill>
                <a:srgbClr val="001391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lnSpc>
                  <a:spcPct val="115000"/>
                </a:lnSpc>
                <a:spcBef>
                  <a:spcPts val="200"/>
                </a:spcBef>
                <a:defRPr b="1" sz="1200"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354" name="6 NUEVAS INCIDENCIAS"/>
            <p:cNvSpPr txBox="1"/>
            <p:nvPr/>
          </p:nvSpPr>
          <p:spPr>
            <a:xfrm>
              <a:off x="112226" y="112226"/>
              <a:ext cx="3842048" cy="381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lnSpc>
                  <a:spcPct val="115000"/>
                </a:lnSpc>
                <a:spcBef>
                  <a:spcPts val="200"/>
                </a:spcBef>
                <a:defRPr b="1" sz="2500">
                  <a:solidFill>
                    <a:srgbClr val="04138B"/>
                  </a:solidFill>
                  <a:latin typeface="Lato"/>
                  <a:ea typeface="Lato"/>
                  <a:cs typeface="Lato"/>
                  <a:sym typeface="Lato"/>
                </a:defRPr>
              </a:pPr>
              <a:r>
                <a:t>6 </a:t>
              </a:r>
              <a:r>
                <a:rPr sz="1200">
                  <a:solidFill>
                    <a:srgbClr val="001391"/>
                  </a:solidFill>
                </a:rPr>
                <a:t>NUEVAS INCIDENCIAS</a:t>
              </a:r>
            </a:p>
          </p:txBody>
        </p:sp>
      </p:grpSp>
      <p:sp>
        <p:nvSpPr>
          <p:cNvPr id="356" name="Google Shape;160;p39"/>
          <p:cNvSpPr txBox="1"/>
          <p:nvPr/>
        </p:nvSpPr>
        <p:spPr>
          <a:xfrm>
            <a:off x="2975031" y="2496000"/>
            <a:ext cx="1396801" cy="56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 anchor="ctr">
            <a:spAutoFit/>
          </a:bodyPr>
          <a:lstStyle/>
          <a:p>
            <a:pPr>
              <a:defRPr b="1" sz="12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defRPr>
            </a:pPr>
            <a:r>
              <a:t>ANTES</a:t>
            </a:r>
            <a:r>
              <a:rPr b="0">
                <a:latin typeface="Lato Light"/>
                <a:ea typeface="Lato Light"/>
                <a:cs typeface="Lato Light"/>
                <a:sym typeface="Lato Light"/>
              </a:rPr>
              <a:t>: 2</a:t>
            </a:r>
            <a:endParaRPr>
              <a:latin typeface="Lato Light"/>
              <a:ea typeface="Lato Light"/>
              <a:cs typeface="Lato Light"/>
              <a:sym typeface="Lato Light"/>
            </a:endParaRPr>
          </a:p>
          <a:p>
            <a:pPr>
              <a:defRPr b="1" sz="12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defRPr>
            </a:pPr>
            <a:r>
              <a:t>AHORA</a:t>
            </a:r>
            <a:r>
              <a:rPr b="0">
                <a:latin typeface="Lato Light"/>
                <a:ea typeface="Lato Light"/>
                <a:cs typeface="Lato Light"/>
                <a:sym typeface="Lato Light"/>
              </a:rPr>
              <a:t>: 5            </a:t>
            </a:r>
            <a:endParaRPr>
              <a:latin typeface="Lato Light"/>
              <a:ea typeface="Lato Light"/>
              <a:cs typeface="Lato Light"/>
              <a:sym typeface="Lato Light"/>
            </a:endParaRPr>
          </a:p>
          <a:p>
            <a:pPr>
              <a:defRPr b="1" sz="12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defRPr>
            </a:pPr>
            <a:r>
              <a:t>ACUMULADO</a:t>
            </a:r>
            <a:r>
              <a:rPr b="0">
                <a:latin typeface="Lato Light"/>
                <a:ea typeface="Lato Light"/>
                <a:cs typeface="Lato Light"/>
                <a:sym typeface="Lato Light"/>
              </a:rPr>
              <a:t>: 5</a:t>
            </a:r>
          </a:p>
        </p:txBody>
      </p:sp>
      <p:sp>
        <p:nvSpPr>
          <p:cNvPr id="357" name="Google Shape;161;p39"/>
          <p:cNvSpPr/>
          <p:nvPr/>
        </p:nvSpPr>
        <p:spPr>
          <a:xfrm>
            <a:off x="2909049" y="2511000"/>
            <a:ext cx="1" cy="539402"/>
          </a:xfrm>
          <a:prstGeom prst="line">
            <a:avLst/>
          </a:prstGeom>
          <a:ln>
            <a:solidFill>
              <a:srgbClr val="001391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58" name="Google Shape;162;p39"/>
          <p:cNvSpPr/>
          <p:nvPr/>
        </p:nvSpPr>
        <p:spPr>
          <a:xfrm>
            <a:off x="2344951" y="2577705"/>
            <a:ext cx="109501" cy="90000"/>
          </a:xfrm>
          <a:prstGeom prst="triangle">
            <a:avLst/>
          </a:prstGeom>
          <a:solidFill>
            <a:srgbClr val="CB353A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359" name="Google Shape;163;p39"/>
          <p:cNvSpPr txBox="1"/>
          <p:nvPr/>
        </p:nvSpPr>
        <p:spPr>
          <a:xfrm>
            <a:off x="2408501" y="2444757"/>
            <a:ext cx="481801" cy="3479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defRPr sz="1100">
                <a:solidFill>
                  <a:srgbClr val="CB353A"/>
                </a:solidFill>
                <a:latin typeface="Lato"/>
                <a:ea typeface="Lato"/>
                <a:cs typeface="Lato"/>
                <a:sym typeface="Lato"/>
              </a:defRPr>
            </a:lvl1pPr>
          </a:lstStyle>
          <a:p>
            <a:pPr/>
            <a:r>
              <a:t>21%</a:t>
            </a:r>
          </a:p>
        </p:txBody>
      </p:sp>
      <p:pic>
        <p:nvPicPr>
          <p:cNvPr id="360" name="Google Shape;164;p39" descr="Google Shape;164;p39"/>
          <p:cNvPicPr>
            <a:picLocks noChangeAspect="1"/>
          </p:cNvPicPr>
          <p:nvPr/>
        </p:nvPicPr>
        <p:blipFill>
          <a:blip r:embed="rId4">
            <a:extLst/>
          </a:blip>
          <a:srcRect l="3577" t="19431" r="34530" b="7103"/>
          <a:stretch>
            <a:fillRect/>
          </a:stretch>
        </p:blipFill>
        <p:spPr>
          <a:xfrm>
            <a:off x="4827675" y="2048372"/>
            <a:ext cx="3994501" cy="278842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18;p5"/>
          <p:cNvSpPr txBox="1"/>
          <p:nvPr>
            <p:ph type="sldNum" sz="quarter" idx="2"/>
          </p:nvPr>
        </p:nvSpPr>
        <p:spPr>
          <a:xfrm>
            <a:off x="8633795" y="4763799"/>
            <a:ext cx="252056" cy="30985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 algn="r">
              <a:defRPr sz="800">
                <a:solidFill>
                  <a:srgbClr val="003194"/>
                </a:solidFill>
                <a:latin typeface="Lato"/>
                <a:ea typeface="Lato"/>
                <a:cs typeface="Lato"/>
                <a:sym typeface="Lato"/>
              </a:defRPr>
            </a:lvl1pPr>
          </a:lstStyle>
          <a:p>
            <a:pPr/>
            <a:fld id="{86CB4B4D-7CA3-9044-876B-883B54F8677D}" type="slidenum"/>
          </a:p>
        </p:txBody>
      </p:sp>
      <p:grpSp>
        <p:nvGrpSpPr>
          <p:cNvPr id="365" name="Google Shape;169;p40"/>
          <p:cNvGrpSpPr/>
          <p:nvPr/>
        </p:nvGrpSpPr>
        <p:grpSpPr>
          <a:xfrm>
            <a:off x="241449" y="2048249"/>
            <a:ext cx="4295701" cy="2788501"/>
            <a:chOff x="0" y="0"/>
            <a:chExt cx="4295699" cy="2788499"/>
          </a:xfrm>
        </p:grpSpPr>
        <p:sp>
          <p:nvSpPr>
            <p:cNvPr id="363" name="Rectángulo redondeado"/>
            <p:cNvSpPr/>
            <p:nvPr/>
          </p:nvSpPr>
          <p:spPr>
            <a:xfrm>
              <a:off x="0" y="0"/>
              <a:ext cx="4295700" cy="2788500"/>
            </a:xfrm>
            <a:prstGeom prst="roundRect">
              <a:avLst>
                <a:gd name="adj" fmla="val 4329"/>
              </a:avLst>
            </a:prstGeom>
            <a:solidFill>
              <a:srgbClr val="ECF7FF"/>
            </a:solidFill>
            <a:ln w="9525" cap="flat">
              <a:solidFill>
                <a:srgbClr val="001391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200"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364" name="Resumen quincenal"/>
            <p:cNvSpPr txBox="1"/>
            <p:nvPr/>
          </p:nvSpPr>
          <p:spPr>
            <a:xfrm>
              <a:off x="58118" y="130118"/>
              <a:ext cx="4179464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200">
                  <a:latin typeface="Lato"/>
                  <a:ea typeface="Lato"/>
                  <a:cs typeface="Lato"/>
                  <a:sym typeface="Lato"/>
                </a:defRPr>
              </a:lvl1pPr>
            </a:lstStyle>
            <a:p>
              <a:pPr/>
              <a:r>
                <a:t>Resumen quincenal</a:t>
              </a:r>
            </a:p>
          </p:txBody>
        </p:sp>
      </p:grpSp>
      <p:grpSp>
        <p:nvGrpSpPr>
          <p:cNvPr id="368" name="Google Shape;170;p40"/>
          <p:cNvGrpSpPr/>
          <p:nvPr/>
        </p:nvGrpSpPr>
        <p:grpSpPr>
          <a:xfrm>
            <a:off x="241449" y="594150"/>
            <a:ext cx="8568002" cy="1293301"/>
            <a:chOff x="0" y="0"/>
            <a:chExt cx="8568000" cy="1293300"/>
          </a:xfrm>
        </p:grpSpPr>
        <p:sp>
          <p:nvSpPr>
            <p:cNvPr id="366" name="Rectángulo redondeado"/>
            <p:cNvSpPr/>
            <p:nvPr/>
          </p:nvSpPr>
          <p:spPr>
            <a:xfrm>
              <a:off x="0" y="0"/>
              <a:ext cx="8568001" cy="1293301"/>
            </a:xfrm>
            <a:prstGeom prst="roundRect">
              <a:avLst>
                <a:gd name="adj" fmla="val 4329"/>
              </a:avLst>
            </a:prstGeom>
            <a:solidFill>
              <a:srgbClr val="FFFFFF"/>
            </a:solidFill>
            <a:ln w="9525" cap="flat">
              <a:solidFill>
                <a:srgbClr val="001391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200"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367" name="Incidencias abiertas por criticidad"/>
            <p:cNvSpPr txBox="1"/>
            <p:nvPr/>
          </p:nvSpPr>
          <p:spPr>
            <a:xfrm>
              <a:off x="39160" y="111160"/>
              <a:ext cx="848968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>
                  <a:solidFill>
                    <a:srgbClr val="04137B"/>
                  </a:solidFill>
                  <a:latin typeface="Lato"/>
                  <a:ea typeface="Lato"/>
                  <a:cs typeface="Lato"/>
                  <a:sym typeface="Lato"/>
                </a:defRPr>
              </a:lvl1pPr>
            </a:lstStyle>
            <a:p>
              <a:pPr/>
              <a:r>
                <a:t>Incidencias abiertas por criticidad</a:t>
              </a:r>
            </a:p>
          </p:txBody>
        </p:sp>
      </p:grpSp>
      <p:sp>
        <p:nvSpPr>
          <p:cNvPr id="369" name="Google Shape;171;p40"/>
          <p:cNvSpPr txBox="1"/>
          <p:nvPr/>
        </p:nvSpPr>
        <p:spPr>
          <a:xfrm>
            <a:off x="241449" y="164899"/>
            <a:ext cx="8902502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04138B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Seguimiento de incidencias - SENDA</a:t>
            </a:r>
          </a:p>
        </p:txBody>
      </p:sp>
      <p:grpSp>
        <p:nvGrpSpPr>
          <p:cNvPr id="372" name="Google Shape;172;p40"/>
          <p:cNvGrpSpPr/>
          <p:nvPr/>
        </p:nvGrpSpPr>
        <p:grpSpPr>
          <a:xfrm>
            <a:off x="414300" y="1038973"/>
            <a:ext cx="2629800" cy="1018194"/>
            <a:chOff x="0" y="0"/>
            <a:chExt cx="2629799" cy="1018192"/>
          </a:xfrm>
        </p:grpSpPr>
        <p:sp>
          <p:nvSpPr>
            <p:cNvPr id="370" name="Rectángulo redondeado"/>
            <p:cNvSpPr/>
            <p:nvPr/>
          </p:nvSpPr>
          <p:spPr>
            <a:xfrm>
              <a:off x="0" y="0"/>
              <a:ext cx="2629800" cy="756000"/>
            </a:xfrm>
            <a:prstGeom prst="roundRect">
              <a:avLst>
                <a:gd name="adj" fmla="val 18197"/>
              </a:avLst>
            </a:prstGeom>
            <a:solidFill>
              <a:srgbClr val="001391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lnSpc>
                  <a:spcPct val="90000"/>
                </a:lnSpc>
                <a:defRPr b="1" sz="1200">
                  <a:solidFill>
                    <a:srgbClr val="FFFFFF"/>
                  </a:solidFill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371" name="11 INCIDENCIAS ABIERTAS EN TOTAL"/>
            <p:cNvSpPr txBox="1"/>
            <p:nvPr/>
          </p:nvSpPr>
          <p:spPr>
            <a:xfrm>
              <a:off x="112293" y="40292"/>
              <a:ext cx="2441214" cy="977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lnSpc>
                  <a:spcPct val="90000"/>
                </a:lnSpc>
                <a:defRPr b="1" sz="3500">
                  <a:solidFill>
                    <a:srgbClr val="FFFFFF"/>
                  </a:solidFill>
                  <a:latin typeface="Lato"/>
                  <a:ea typeface="Lato"/>
                  <a:cs typeface="Lato"/>
                  <a:sym typeface="Lato"/>
                </a:defRPr>
              </a:pPr>
              <a:r>
                <a:t>11</a:t>
              </a:r>
              <a:br/>
              <a:r>
                <a:rPr sz="1200"/>
                <a:t>INCIDENCIAS ABIERTAS EN TOTAL</a:t>
              </a:r>
              <a:endParaRPr sz="1200"/>
            </a:p>
          </p:txBody>
        </p:sp>
      </p:grpSp>
      <p:grpSp>
        <p:nvGrpSpPr>
          <p:cNvPr id="375" name="Google Shape;173;p40"/>
          <p:cNvGrpSpPr/>
          <p:nvPr/>
        </p:nvGrpSpPr>
        <p:grpSpPr>
          <a:xfrm>
            <a:off x="3210562" y="1039067"/>
            <a:ext cx="2629801" cy="756001"/>
            <a:chOff x="0" y="0"/>
            <a:chExt cx="2629799" cy="755999"/>
          </a:xfrm>
        </p:grpSpPr>
        <p:sp>
          <p:nvSpPr>
            <p:cNvPr id="373" name="Rectángulo redondeado"/>
            <p:cNvSpPr/>
            <p:nvPr/>
          </p:nvSpPr>
          <p:spPr>
            <a:xfrm>
              <a:off x="0" y="0"/>
              <a:ext cx="2629800" cy="756000"/>
            </a:xfrm>
            <a:prstGeom prst="roundRect">
              <a:avLst>
                <a:gd name="adj" fmla="val 18197"/>
              </a:avLst>
            </a:prstGeom>
            <a:solidFill>
              <a:srgbClr val="FDB7B7">
                <a:alpha val="27669"/>
              </a:srgbClr>
            </a:solidFill>
            <a:ln w="9525" cap="flat">
              <a:solidFill>
                <a:srgbClr val="001391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lnSpc>
                  <a:spcPct val="90000"/>
                </a:lnSpc>
                <a:defRPr b="1" sz="1200">
                  <a:solidFill>
                    <a:srgbClr val="04138B"/>
                  </a:solidFill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374" name="3  INCIDENCIAS MAESTRAS"/>
            <p:cNvSpPr txBox="1"/>
            <p:nvPr/>
          </p:nvSpPr>
          <p:spPr>
            <a:xfrm>
              <a:off x="153055" y="45055"/>
              <a:ext cx="2323690" cy="6578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lnSpc>
                  <a:spcPct val="90000"/>
                </a:lnSpc>
                <a:defRPr b="1" sz="3500">
                  <a:solidFill>
                    <a:srgbClr val="04138B"/>
                  </a:solidFill>
                  <a:latin typeface="Lato"/>
                  <a:ea typeface="Lato"/>
                  <a:cs typeface="Lato"/>
                  <a:sym typeface="Lato"/>
                </a:defRPr>
              </a:pPr>
              <a:r>
                <a:t>3</a:t>
              </a:r>
              <a:r>
                <a:rPr sz="2600"/>
                <a:t> </a:t>
              </a:r>
              <a:br>
                <a:rPr sz="2600"/>
              </a:br>
              <a:r>
                <a:rPr sz="1200"/>
                <a:t>INCIDENCIAS MAESTRAS</a:t>
              </a:r>
            </a:p>
          </p:txBody>
        </p:sp>
      </p:grpSp>
      <p:grpSp>
        <p:nvGrpSpPr>
          <p:cNvPr id="378" name="Google Shape;174;p40"/>
          <p:cNvGrpSpPr/>
          <p:nvPr/>
        </p:nvGrpSpPr>
        <p:grpSpPr>
          <a:xfrm>
            <a:off x="6006824" y="1039067"/>
            <a:ext cx="2629801" cy="862937"/>
            <a:chOff x="0" y="0"/>
            <a:chExt cx="2629799" cy="862935"/>
          </a:xfrm>
        </p:grpSpPr>
        <p:sp>
          <p:nvSpPr>
            <p:cNvPr id="376" name="Rectángulo redondeado"/>
            <p:cNvSpPr/>
            <p:nvPr/>
          </p:nvSpPr>
          <p:spPr>
            <a:xfrm>
              <a:off x="0" y="0"/>
              <a:ext cx="2629800" cy="756000"/>
            </a:xfrm>
            <a:prstGeom prst="roundRect">
              <a:avLst>
                <a:gd name="adj" fmla="val 18197"/>
              </a:avLst>
            </a:prstGeom>
            <a:solidFill>
              <a:srgbClr val="F9E876">
                <a:alpha val="45570"/>
              </a:srgbClr>
            </a:solidFill>
            <a:ln w="9525" cap="flat">
              <a:solidFill>
                <a:srgbClr val="001391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lnSpc>
                  <a:spcPct val="115000"/>
                </a:lnSpc>
                <a:spcBef>
                  <a:spcPts val="200"/>
                </a:spcBef>
                <a:defRPr b="1" sz="1200"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377" name="8  OTRAS INCIDENCIAS"/>
            <p:cNvSpPr txBox="1"/>
            <p:nvPr/>
          </p:nvSpPr>
          <p:spPr>
            <a:xfrm>
              <a:off x="153055" y="45055"/>
              <a:ext cx="2323690" cy="8178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lnSpc>
                  <a:spcPct val="90000"/>
                </a:lnSpc>
                <a:defRPr b="1" sz="3500">
                  <a:solidFill>
                    <a:srgbClr val="04138B"/>
                  </a:solidFill>
                  <a:latin typeface="Lato"/>
                  <a:ea typeface="Lato"/>
                  <a:cs typeface="Lato"/>
                  <a:sym typeface="Lato"/>
                </a:defRPr>
              </a:pPr>
              <a:r>
                <a:t>8 </a:t>
              </a:r>
              <a:br/>
              <a:r>
                <a:rPr sz="1200"/>
                <a:t>OTRAS INCIDENCIAS</a:t>
              </a:r>
              <a:endParaRPr sz="1200"/>
            </a:p>
          </p:txBody>
        </p:sp>
      </p:grpSp>
      <p:pic>
        <p:nvPicPr>
          <p:cNvPr id="379" name="info-glass-XXL.pngGoogle Shape;175;p40" descr="info-glass-XXL.pngGoogle Shape;175;p40">
            <a:hlinkClick r:id="rId2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827682" y="1099891"/>
            <a:ext cx="170901" cy="163326"/>
          </a:xfrm>
          <a:prstGeom prst="rect">
            <a:avLst/>
          </a:prstGeom>
          <a:ln w="12700">
            <a:miter lim="400000"/>
          </a:ln>
        </p:spPr>
      </p:pic>
      <p:sp>
        <p:nvSpPr>
          <p:cNvPr id="380" name="Google Shape;176;p40">
            <a:hlinkClick r:id="rId2" invalidUrl="" action="ppaction://hlinksldjump" tgtFrame="" tooltip="" history="1" highlightClick="0" endSnd="0"/>
          </p:cNvPr>
          <p:cNvSpPr txBox="1"/>
          <p:nvPr/>
        </p:nvSpPr>
        <p:spPr>
          <a:xfrm>
            <a:off x="5036332" y="1141193"/>
            <a:ext cx="926100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75000"/>
              </a:lnSpc>
              <a:defRPr b="1" sz="1000" u="sng">
                <a:uFill>
                  <a:solidFill>
                    <a:srgbClr val="001391"/>
                  </a:solidFill>
                </a:uFill>
                <a:latin typeface="Source Serif 4"/>
                <a:ea typeface="Source Serif 4"/>
                <a:cs typeface="Source Serif 4"/>
                <a:sym typeface="Source Serif 4"/>
                <a:hlinkClick r:id="rId2" invalidUrl="" action="ppaction://hlinksldjump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01391"/>
                  </a:solidFill>
                </a:uFill>
                <a:hlinkClick r:id="rId2" invalidUrl="" action="ppaction://hlinksldjump" tgtFrame="" tooltip="" history="1" highlightClick="0" endSnd="0"/>
              </a:rPr>
              <a:t>Ver detalle</a:t>
            </a:r>
          </a:p>
        </p:txBody>
      </p:sp>
      <p:grpSp>
        <p:nvGrpSpPr>
          <p:cNvPr id="383" name="Google Shape;177;p40"/>
          <p:cNvGrpSpPr/>
          <p:nvPr/>
        </p:nvGrpSpPr>
        <p:grpSpPr>
          <a:xfrm>
            <a:off x="369249" y="3248650"/>
            <a:ext cx="3994501" cy="665401"/>
            <a:chOff x="0" y="0"/>
            <a:chExt cx="3994499" cy="665399"/>
          </a:xfrm>
        </p:grpSpPr>
        <p:sp>
          <p:nvSpPr>
            <p:cNvPr id="381" name="Rectángulo redondeado"/>
            <p:cNvSpPr/>
            <p:nvPr/>
          </p:nvSpPr>
          <p:spPr>
            <a:xfrm>
              <a:off x="0" y="0"/>
              <a:ext cx="3994500" cy="665400"/>
            </a:xfrm>
            <a:prstGeom prst="roundRect">
              <a:avLst>
                <a:gd name="adj" fmla="val 18197"/>
              </a:avLst>
            </a:prstGeom>
            <a:solidFill>
              <a:srgbClr val="FFFFFF"/>
            </a:solidFill>
            <a:ln w="9525" cap="flat">
              <a:solidFill>
                <a:srgbClr val="001391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lnSpc>
                  <a:spcPct val="115000"/>
                </a:lnSpc>
                <a:spcBef>
                  <a:spcPts val="200"/>
                </a:spcBef>
                <a:defRPr b="1" sz="1200"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382" name="1 INCIDENCIA CERRADA"/>
            <p:cNvSpPr txBox="1"/>
            <p:nvPr/>
          </p:nvSpPr>
          <p:spPr>
            <a:xfrm>
              <a:off x="112226" y="112226"/>
              <a:ext cx="3842048" cy="381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lnSpc>
                  <a:spcPct val="115000"/>
                </a:lnSpc>
                <a:spcBef>
                  <a:spcPts val="200"/>
                </a:spcBef>
                <a:defRPr b="1" sz="2500">
                  <a:solidFill>
                    <a:srgbClr val="04138B"/>
                  </a:solidFill>
                  <a:latin typeface="Lato"/>
                  <a:ea typeface="Lato"/>
                  <a:cs typeface="Lato"/>
                  <a:sym typeface="Lato"/>
                </a:defRPr>
              </a:pPr>
              <a:r>
                <a:t>1 </a:t>
              </a:r>
              <a:r>
                <a:rPr sz="1200">
                  <a:solidFill>
                    <a:srgbClr val="001391"/>
                  </a:solidFill>
                </a:rPr>
                <a:t>INCIDENCIA CERRADA</a:t>
              </a:r>
            </a:p>
          </p:txBody>
        </p:sp>
      </p:grpSp>
      <p:sp>
        <p:nvSpPr>
          <p:cNvPr id="384" name="Google Shape;178;p40"/>
          <p:cNvSpPr txBox="1"/>
          <p:nvPr/>
        </p:nvSpPr>
        <p:spPr>
          <a:xfrm>
            <a:off x="2566722" y="3291047"/>
            <a:ext cx="481801" cy="3479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defRPr sz="1100">
                <a:solidFill>
                  <a:srgbClr val="38761D"/>
                </a:solidFill>
                <a:latin typeface="Lato"/>
                <a:ea typeface="Lato"/>
                <a:cs typeface="Lato"/>
                <a:sym typeface="Lato"/>
              </a:defRPr>
            </a:lvl1pPr>
          </a:lstStyle>
          <a:p>
            <a:pPr/>
            <a:r>
              <a:t>38%</a:t>
            </a:r>
          </a:p>
        </p:txBody>
      </p:sp>
      <p:sp>
        <p:nvSpPr>
          <p:cNvPr id="385" name="Google Shape;179;p40"/>
          <p:cNvSpPr/>
          <p:nvPr/>
        </p:nvSpPr>
        <p:spPr>
          <a:xfrm rot="10800000">
            <a:off x="2515115" y="3423992"/>
            <a:ext cx="109501" cy="90001"/>
          </a:xfrm>
          <a:prstGeom prst="triangle">
            <a:avLst/>
          </a:prstGeom>
          <a:solidFill>
            <a:srgbClr val="38761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grpSp>
        <p:nvGrpSpPr>
          <p:cNvPr id="388" name="Google Shape;180;p40"/>
          <p:cNvGrpSpPr/>
          <p:nvPr/>
        </p:nvGrpSpPr>
        <p:grpSpPr>
          <a:xfrm>
            <a:off x="369249" y="4049300"/>
            <a:ext cx="3994501" cy="665401"/>
            <a:chOff x="0" y="0"/>
            <a:chExt cx="3994499" cy="665399"/>
          </a:xfrm>
        </p:grpSpPr>
        <p:sp>
          <p:nvSpPr>
            <p:cNvPr id="386" name="Rectángulo redondeado"/>
            <p:cNvSpPr/>
            <p:nvPr/>
          </p:nvSpPr>
          <p:spPr>
            <a:xfrm>
              <a:off x="0" y="0"/>
              <a:ext cx="3994500" cy="665400"/>
            </a:xfrm>
            <a:prstGeom prst="roundRect">
              <a:avLst>
                <a:gd name="adj" fmla="val 18197"/>
              </a:avLst>
            </a:prstGeom>
            <a:solidFill>
              <a:srgbClr val="FFFFFF"/>
            </a:solidFill>
            <a:ln w="9525" cap="flat">
              <a:solidFill>
                <a:srgbClr val="001391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lnSpc>
                  <a:spcPct val="115000"/>
                </a:lnSpc>
                <a:spcBef>
                  <a:spcPts val="200"/>
                </a:spcBef>
                <a:defRPr i="1" sz="800"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387" name="3 DÍAS DE RESOLUCIÓN (EN PROMEDIO)"/>
            <p:cNvSpPr txBox="1"/>
            <p:nvPr/>
          </p:nvSpPr>
          <p:spPr>
            <a:xfrm>
              <a:off x="112226" y="112226"/>
              <a:ext cx="3842048" cy="381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lnSpc>
                  <a:spcPct val="115000"/>
                </a:lnSpc>
                <a:spcBef>
                  <a:spcPts val="200"/>
                </a:spcBef>
                <a:defRPr b="1" sz="2500">
                  <a:solidFill>
                    <a:srgbClr val="04138B"/>
                  </a:solidFill>
                  <a:latin typeface="Lato"/>
                  <a:ea typeface="Lato"/>
                  <a:cs typeface="Lato"/>
                  <a:sym typeface="Lato"/>
                </a:defRPr>
              </a:pPr>
              <a:r>
                <a:t>3 </a:t>
              </a:r>
              <a:r>
                <a:rPr sz="1200">
                  <a:solidFill>
                    <a:srgbClr val="001391"/>
                  </a:solidFill>
                </a:rPr>
                <a:t>DÍAS DE RESOLUCIÓN </a:t>
              </a:r>
              <a:r>
                <a:rPr b="0" i="1" sz="800">
                  <a:solidFill>
                    <a:srgbClr val="001391"/>
                  </a:solidFill>
                </a:rPr>
                <a:t>(EN PROMEDIO)</a:t>
              </a:r>
            </a:p>
          </p:txBody>
        </p:sp>
      </p:grpSp>
      <p:sp>
        <p:nvSpPr>
          <p:cNvPr id="389" name="Google Shape;181;p40"/>
          <p:cNvSpPr txBox="1"/>
          <p:nvPr/>
        </p:nvSpPr>
        <p:spPr>
          <a:xfrm>
            <a:off x="3088684" y="4143052"/>
            <a:ext cx="481801" cy="3479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defRPr sz="1100">
                <a:solidFill>
                  <a:srgbClr val="38761D"/>
                </a:solidFill>
                <a:latin typeface="Lato"/>
                <a:ea typeface="Lato"/>
                <a:cs typeface="Lato"/>
                <a:sym typeface="Lato"/>
              </a:defRPr>
            </a:lvl1pPr>
          </a:lstStyle>
          <a:p>
            <a:pPr/>
            <a:r>
              <a:t>38%</a:t>
            </a:r>
          </a:p>
        </p:txBody>
      </p:sp>
      <p:sp>
        <p:nvSpPr>
          <p:cNvPr id="390" name="Google Shape;182;p40"/>
          <p:cNvSpPr/>
          <p:nvPr/>
        </p:nvSpPr>
        <p:spPr>
          <a:xfrm rot="10800000">
            <a:off x="3037078" y="4275999"/>
            <a:ext cx="109501" cy="90001"/>
          </a:xfrm>
          <a:prstGeom prst="triangle">
            <a:avLst/>
          </a:prstGeom>
          <a:solidFill>
            <a:srgbClr val="38761D"/>
          </a:solidFill>
          <a:ln>
            <a:solidFill>
              <a:srgbClr val="38761D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grpSp>
        <p:nvGrpSpPr>
          <p:cNvPr id="393" name="Google Shape;183;p40"/>
          <p:cNvGrpSpPr/>
          <p:nvPr/>
        </p:nvGrpSpPr>
        <p:grpSpPr>
          <a:xfrm>
            <a:off x="369249" y="2448000"/>
            <a:ext cx="3994501" cy="665401"/>
            <a:chOff x="0" y="0"/>
            <a:chExt cx="3994499" cy="665399"/>
          </a:xfrm>
        </p:grpSpPr>
        <p:sp>
          <p:nvSpPr>
            <p:cNvPr id="391" name="Rectángulo redondeado"/>
            <p:cNvSpPr/>
            <p:nvPr/>
          </p:nvSpPr>
          <p:spPr>
            <a:xfrm>
              <a:off x="0" y="0"/>
              <a:ext cx="3994500" cy="665400"/>
            </a:xfrm>
            <a:prstGeom prst="roundRect">
              <a:avLst>
                <a:gd name="adj" fmla="val 18197"/>
              </a:avLst>
            </a:prstGeom>
            <a:solidFill>
              <a:srgbClr val="FFFFFF"/>
            </a:solidFill>
            <a:ln w="9525" cap="flat">
              <a:solidFill>
                <a:srgbClr val="001391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lnSpc>
                  <a:spcPct val="115000"/>
                </a:lnSpc>
                <a:spcBef>
                  <a:spcPts val="200"/>
                </a:spcBef>
                <a:defRPr b="1" sz="1200"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392" name="1 NUEVAS INCIDENCIAS"/>
            <p:cNvSpPr txBox="1"/>
            <p:nvPr/>
          </p:nvSpPr>
          <p:spPr>
            <a:xfrm>
              <a:off x="112226" y="112226"/>
              <a:ext cx="3842048" cy="381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lnSpc>
                  <a:spcPct val="115000"/>
                </a:lnSpc>
                <a:spcBef>
                  <a:spcPts val="200"/>
                </a:spcBef>
                <a:defRPr b="1" sz="2500">
                  <a:solidFill>
                    <a:srgbClr val="04138B"/>
                  </a:solidFill>
                  <a:latin typeface="Lato"/>
                  <a:ea typeface="Lato"/>
                  <a:cs typeface="Lato"/>
                  <a:sym typeface="Lato"/>
                </a:defRPr>
              </a:pPr>
              <a:r>
                <a:t>1 </a:t>
              </a:r>
              <a:r>
                <a:rPr sz="1200">
                  <a:solidFill>
                    <a:srgbClr val="001391"/>
                  </a:solidFill>
                </a:rPr>
                <a:t>NUEVAS INCIDENCIAS</a:t>
              </a:r>
            </a:p>
          </p:txBody>
        </p:sp>
      </p:grpSp>
      <p:sp>
        <p:nvSpPr>
          <p:cNvPr id="394" name="Google Shape;184;p40"/>
          <p:cNvSpPr txBox="1"/>
          <p:nvPr/>
        </p:nvSpPr>
        <p:spPr>
          <a:xfrm>
            <a:off x="2975031" y="2496000"/>
            <a:ext cx="1396801" cy="56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 anchor="ctr">
            <a:spAutoFit/>
          </a:bodyPr>
          <a:lstStyle/>
          <a:p>
            <a:pPr>
              <a:defRPr b="1" sz="12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defRPr>
            </a:pPr>
            <a:r>
              <a:t>ANTES</a:t>
            </a:r>
            <a:r>
              <a:rPr b="0">
                <a:latin typeface="Lato Light"/>
                <a:ea typeface="Lato Light"/>
                <a:cs typeface="Lato Light"/>
                <a:sym typeface="Lato Light"/>
              </a:rPr>
              <a:t>: 2</a:t>
            </a:r>
            <a:endParaRPr>
              <a:latin typeface="Lato Light"/>
              <a:ea typeface="Lato Light"/>
              <a:cs typeface="Lato Light"/>
              <a:sym typeface="Lato Light"/>
            </a:endParaRPr>
          </a:p>
          <a:p>
            <a:pPr>
              <a:defRPr b="1" sz="12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defRPr>
            </a:pPr>
            <a:r>
              <a:t>AHORA</a:t>
            </a:r>
            <a:r>
              <a:rPr b="0">
                <a:latin typeface="Lato Light"/>
                <a:ea typeface="Lato Light"/>
                <a:cs typeface="Lato Light"/>
                <a:sym typeface="Lato Light"/>
              </a:rPr>
              <a:t>: 5            </a:t>
            </a:r>
            <a:endParaRPr>
              <a:latin typeface="Lato Light"/>
              <a:ea typeface="Lato Light"/>
              <a:cs typeface="Lato Light"/>
              <a:sym typeface="Lato Light"/>
            </a:endParaRPr>
          </a:p>
          <a:p>
            <a:pPr>
              <a:defRPr b="1" sz="12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defRPr>
            </a:pPr>
            <a:r>
              <a:t>ACUMULADO</a:t>
            </a:r>
            <a:r>
              <a:rPr b="0">
                <a:latin typeface="Lato Light"/>
                <a:ea typeface="Lato Light"/>
                <a:cs typeface="Lato Light"/>
                <a:sym typeface="Lato Light"/>
              </a:rPr>
              <a:t>: 5</a:t>
            </a:r>
          </a:p>
        </p:txBody>
      </p:sp>
      <p:sp>
        <p:nvSpPr>
          <p:cNvPr id="395" name="Google Shape;185;p40"/>
          <p:cNvSpPr/>
          <p:nvPr/>
        </p:nvSpPr>
        <p:spPr>
          <a:xfrm>
            <a:off x="2909049" y="2511000"/>
            <a:ext cx="1" cy="539402"/>
          </a:xfrm>
          <a:prstGeom prst="line">
            <a:avLst/>
          </a:prstGeom>
          <a:ln>
            <a:solidFill>
              <a:srgbClr val="001391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96" name="Google Shape;186;p40"/>
          <p:cNvSpPr/>
          <p:nvPr/>
        </p:nvSpPr>
        <p:spPr>
          <a:xfrm>
            <a:off x="2344951" y="2577705"/>
            <a:ext cx="109501" cy="90000"/>
          </a:xfrm>
          <a:prstGeom prst="triangle">
            <a:avLst/>
          </a:prstGeom>
          <a:solidFill>
            <a:srgbClr val="CB353A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397" name="Google Shape;187;p40"/>
          <p:cNvSpPr txBox="1"/>
          <p:nvPr/>
        </p:nvSpPr>
        <p:spPr>
          <a:xfrm>
            <a:off x="2408501" y="2444757"/>
            <a:ext cx="481801" cy="3479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defRPr sz="1100">
                <a:solidFill>
                  <a:srgbClr val="CB353A"/>
                </a:solidFill>
                <a:latin typeface="Lato"/>
                <a:ea typeface="Lato"/>
                <a:cs typeface="Lato"/>
                <a:sym typeface="Lato"/>
              </a:defRPr>
            </a:lvl1pPr>
          </a:lstStyle>
          <a:p>
            <a:pPr/>
            <a:r>
              <a:t>21%</a:t>
            </a:r>
          </a:p>
        </p:txBody>
      </p:sp>
      <p:pic>
        <p:nvPicPr>
          <p:cNvPr id="398" name="Google Shape;188;p40" descr="Google Shape;188;p40"/>
          <p:cNvPicPr>
            <a:picLocks noChangeAspect="1"/>
          </p:cNvPicPr>
          <p:nvPr/>
        </p:nvPicPr>
        <p:blipFill>
          <a:blip r:embed="rId4">
            <a:extLst/>
          </a:blip>
          <a:srcRect l="3577" t="19431" r="34530" b="7103"/>
          <a:stretch>
            <a:fillRect/>
          </a:stretch>
        </p:blipFill>
        <p:spPr>
          <a:xfrm>
            <a:off x="4827675" y="2048372"/>
            <a:ext cx="3994501" cy="278842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18;p5"/>
          <p:cNvSpPr txBox="1"/>
          <p:nvPr>
            <p:ph type="sldNum" sz="quarter" idx="2"/>
          </p:nvPr>
        </p:nvSpPr>
        <p:spPr>
          <a:xfrm>
            <a:off x="8633795" y="4763799"/>
            <a:ext cx="252056" cy="30985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 algn="r">
              <a:defRPr sz="800">
                <a:solidFill>
                  <a:srgbClr val="003194"/>
                </a:solidFill>
                <a:latin typeface="Lato"/>
                <a:ea typeface="Lato"/>
                <a:cs typeface="Lato"/>
                <a:sym typeface="Lato"/>
              </a:defRPr>
            </a:lvl1pPr>
          </a:lstStyle>
          <a:p>
            <a:pPr/>
            <a:fld id="{86CB4B4D-7CA3-9044-876B-883B54F8677D}" type="slidenum"/>
          </a:p>
        </p:txBody>
      </p:sp>
      <p:grpSp>
        <p:nvGrpSpPr>
          <p:cNvPr id="403" name="Google Shape;193;p41"/>
          <p:cNvGrpSpPr/>
          <p:nvPr/>
        </p:nvGrpSpPr>
        <p:grpSpPr>
          <a:xfrm>
            <a:off x="241449" y="2048249"/>
            <a:ext cx="4295701" cy="2788501"/>
            <a:chOff x="0" y="0"/>
            <a:chExt cx="4295699" cy="2788499"/>
          </a:xfrm>
        </p:grpSpPr>
        <p:sp>
          <p:nvSpPr>
            <p:cNvPr id="401" name="Rectángulo redondeado"/>
            <p:cNvSpPr/>
            <p:nvPr/>
          </p:nvSpPr>
          <p:spPr>
            <a:xfrm>
              <a:off x="0" y="0"/>
              <a:ext cx="4295700" cy="2788500"/>
            </a:xfrm>
            <a:prstGeom prst="roundRect">
              <a:avLst>
                <a:gd name="adj" fmla="val 4329"/>
              </a:avLst>
            </a:prstGeom>
            <a:solidFill>
              <a:srgbClr val="ECF7FF"/>
            </a:solidFill>
            <a:ln w="9525" cap="flat">
              <a:solidFill>
                <a:srgbClr val="001391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200"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402" name="Resumen quincenal"/>
            <p:cNvSpPr txBox="1"/>
            <p:nvPr/>
          </p:nvSpPr>
          <p:spPr>
            <a:xfrm>
              <a:off x="58118" y="130118"/>
              <a:ext cx="4179464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200">
                  <a:latin typeface="Lato"/>
                  <a:ea typeface="Lato"/>
                  <a:cs typeface="Lato"/>
                  <a:sym typeface="Lato"/>
                </a:defRPr>
              </a:lvl1pPr>
            </a:lstStyle>
            <a:p>
              <a:pPr/>
              <a:r>
                <a:t>Resumen quincenal</a:t>
              </a:r>
            </a:p>
          </p:txBody>
        </p:sp>
      </p:grpSp>
      <p:grpSp>
        <p:nvGrpSpPr>
          <p:cNvPr id="406" name="Google Shape;194;p41"/>
          <p:cNvGrpSpPr/>
          <p:nvPr/>
        </p:nvGrpSpPr>
        <p:grpSpPr>
          <a:xfrm>
            <a:off x="241449" y="594150"/>
            <a:ext cx="8568002" cy="1293301"/>
            <a:chOff x="0" y="0"/>
            <a:chExt cx="8568000" cy="1293300"/>
          </a:xfrm>
        </p:grpSpPr>
        <p:sp>
          <p:nvSpPr>
            <p:cNvPr id="404" name="Rectángulo redondeado"/>
            <p:cNvSpPr/>
            <p:nvPr/>
          </p:nvSpPr>
          <p:spPr>
            <a:xfrm>
              <a:off x="0" y="0"/>
              <a:ext cx="8568001" cy="1293301"/>
            </a:xfrm>
            <a:prstGeom prst="roundRect">
              <a:avLst>
                <a:gd name="adj" fmla="val 4329"/>
              </a:avLst>
            </a:prstGeom>
            <a:solidFill>
              <a:srgbClr val="FFFFFF"/>
            </a:solidFill>
            <a:ln w="9525" cap="flat">
              <a:solidFill>
                <a:srgbClr val="001391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200"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405" name="Incidencias abiertas por criticidad"/>
            <p:cNvSpPr txBox="1"/>
            <p:nvPr/>
          </p:nvSpPr>
          <p:spPr>
            <a:xfrm>
              <a:off x="39160" y="111160"/>
              <a:ext cx="848968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>
                  <a:solidFill>
                    <a:srgbClr val="04137B"/>
                  </a:solidFill>
                  <a:latin typeface="Lato"/>
                  <a:ea typeface="Lato"/>
                  <a:cs typeface="Lato"/>
                  <a:sym typeface="Lato"/>
                </a:defRPr>
              </a:lvl1pPr>
            </a:lstStyle>
            <a:p>
              <a:pPr/>
              <a:r>
                <a:t>Incidencias abiertas por criticidad</a:t>
              </a:r>
            </a:p>
          </p:txBody>
        </p:sp>
      </p:grpSp>
      <p:sp>
        <p:nvSpPr>
          <p:cNvPr id="407" name="Google Shape;195;p41"/>
          <p:cNvSpPr txBox="1"/>
          <p:nvPr/>
        </p:nvSpPr>
        <p:spPr>
          <a:xfrm>
            <a:off x="241449" y="164899"/>
            <a:ext cx="8902502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04138B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Seguimiento de incidencias - GEMA</a:t>
            </a:r>
          </a:p>
        </p:txBody>
      </p:sp>
      <p:grpSp>
        <p:nvGrpSpPr>
          <p:cNvPr id="410" name="Google Shape;196;p41"/>
          <p:cNvGrpSpPr/>
          <p:nvPr/>
        </p:nvGrpSpPr>
        <p:grpSpPr>
          <a:xfrm>
            <a:off x="414300" y="1038973"/>
            <a:ext cx="2629800" cy="1018194"/>
            <a:chOff x="0" y="0"/>
            <a:chExt cx="2629799" cy="1018192"/>
          </a:xfrm>
        </p:grpSpPr>
        <p:sp>
          <p:nvSpPr>
            <p:cNvPr id="408" name="Rectángulo redondeado"/>
            <p:cNvSpPr/>
            <p:nvPr/>
          </p:nvSpPr>
          <p:spPr>
            <a:xfrm>
              <a:off x="0" y="0"/>
              <a:ext cx="2629800" cy="756000"/>
            </a:xfrm>
            <a:prstGeom prst="roundRect">
              <a:avLst>
                <a:gd name="adj" fmla="val 18197"/>
              </a:avLst>
            </a:prstGeom>
            <a:solidFill>
              <a:srgbClr val="001391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lnSpc>
                  <a:spcPct val="90000"/>
                </a:lnSpc>
                <a:defRPr b="1" sz="1200">
                  <a:solidFill>
                    <a:srgbClr val="FFFFFF"/>
                  </a:solidFill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409" name="19 INCIDENCIAS ABIERTAS EN TOTAL"/>
            <p:cNvSpPr txBox="1"/>
            <p:nvPr/>
          </p:nvSpPr>
          <p:spPr>
            <a:xfrm>
              <a:off x="112293" y="40292"/>
              <a:ext cx="2441214" cy="977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lnSpc>
                  <a:spcPct val="90000"/>
                </a:lnSpc>
                <a:defRPr b="1" sz="3500">
                  <a:solidFill>
                    <a:srgbClr val="FFFFFF"/>
                  </a:solidFill>
                  <a:latin typeface="Lato"/>
                  <a:ea typeface="Lato"/>
                  <a:cs typeface="Lato"/>
                  <a:sym typeface="Lato"/>
                </a:defRPr>
              </a:pPr>
              <a:r>
                <a:t>19</a:t>
              </a:r>
              <a:br/>
              <a:r>
                <a:rPr sz="1200"/>
                <a:t>INCIDENCIAS ABIERTAS EN TOTAL</a:t>
              </a:r>
              <a:endParaRPr sz="1200"/>
            </a:p>
          </p:txBody>
        </p:sp>
      </p:grpSp>
      <p:grpSp>
        <p:nvGrpSpPr>
          <p:cNvPr id="413" name="Google Shape;197;p41"/>
          <p:cNvGrpSpPr/>
          <p:nvPr/>
        </p:nvGrpSpPr>
        <p:grpSpPr>
          <a:xfrm>
            <a:off x="3210562" y="1039067"/>
            <a:ext cx="2629801" cy="756001"/>
            <a:chOff x="0" y="0"/>
            <a:chExt cx="2629799" cy="755999"/>
          </a:xfrm>
        </p:grpSpPr>
        <p:sp>
          <p:nvSpPr>
            <p:cNvPr id="411" name="Rectángulo redondeado"/>
            <p:cNvSpPr/>
            <p:nvPr/>
          </p:nvSpPr>
          <p:spPr>
            <a:xfrm>
              <a:off x="0" y="0"/>
              <a:ext cx="2629800" cy="756000"/>
            </a:xfrm>
            <a:prstGeom prst="roundRect">
              <a:avLst>
                <a:gd name="adj" fmla="val 18197"/>
              </a:avLst>
            </a:prstGeom>
            <a:solidFill>
              <a:srgbClr val="FDB7B7">
                <a:alpha val="27669"/>
              </a:srgbClr>
            </a:solidFill>
            <a:ln w="9525" cap="flat">
              <a:solidFill>
                <a:srgbClr val="001391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lnSpc>
                  <a:spcPct val="90000"/>
                </a:lnSpc>
                <a:defRPr b="1" sz="1200">
                  <a:solidFill>
                    <a:srgbClr val="04138B"/>
                  </a:solidFill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412" name="2  INCIDENCIAS MAESTRAS"/>
            <p:cNvSpPr txBox="1"/>
            <p:nvPr/>
          </p:nvSpPr>
          <p:spPr>
            <a:xfrm>
              <a:off x="153055" y="45055"/>
              <a:ext cx="2323690" cy="6578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lnSpc>
                  <a:spcPct val="90000"/>
                </a:lnSpc>
                <a:defRPr b="1" sz="3500">
                  <a:solidFill>
                    <a:srgbClr val="04138B"/>
                  </a:solidFill>
                  <a:latin typeface="Lato"/>
                  <a:ea typeface="Lato"/>
                  <a:cs typeface="Lato"/>
                  <a:sym typeface="Lato"/>
                </a:defRPr>
              </a:pPr>
              <a:r>
                <a:t>2</a:t>
              </a:r>
              <a:r>
                <a:rPr sz="2600"/>
                <a:t> </a:t>
              </a:r>
              <a:br>
                <a:rPr sz="2600"/>
              </a:br>
              <a:r>
                <a:rPr sz="1200"/>
                <a:t>INCIDENCIAS MAESTRAS</a:t>
              </a:r>
            </a:p>
          </p:txBody>
        </p:sp>
      </p:grpSp>
      <p:grpSp>
        <p:nvGrpSpPr>
          <p:cNvPr id="416" name="Google Shape;198;p41"/>
          <p:cNvGrpSpPr/>
          <p:nvPr/>
        </p:nvGrpSpPr>
        <p:grpSpPr>
          <a:xfrm>
            <a:off x="6006824" y="1039067"/>
            <a:ext cx="2629801" cy="862937"/>
            <a:chOff x="0" y="0"/>
            <a:chExt cx="2629799" cy="862935"/>
          </a:xfrm>
        </p:grpSpPr>
        <p:sp>
          <p:nvSpPr>
            <p:cNvPr id="414" name="Rectángulo redondeado"/>
            <p:cNvSpPr/>
            <p:nvPr/>
          </p:nvSpPr>
          <p:spPr>
            <a:xfrm>
              <a:off x="0" y="0"/>
              <a:ext cx="2629800" cy="756000"/>
            </a:xfrm>
            <a:prstGeom prst="roundRect">
              <a:avLst>
                <a:gd name="adj" fmla="val 18197"/>
              </a:avLst>
            </a:prstGeom>
            <a:solidFill>
              <a:srgbClr val="F9E876">
                <a:alpha val="45570"/>
              </a:srgbClr>
            </a:solidFill>
            <a:ln w="9525" cap="flat">
              <a:solidFill>
                <a:srgbClr val="001391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lnSpc>
                  <a:spcPct val="115000"/>
                </a:lnSpc>
                <a:spcBef>
                  <a:spcPts val="200"/>
                </a:spcBef>
                <a:defRPr b="1" sz="1200"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415" name="17  OTRAS INCIDENCIAS"/>
            <p:cNvSpPr txBox="1"/>
            <p:nvPr/>
          </p:nvSpPr>
          <p:spPr>
            <a:xfrm>
              <a:off x="153055" y="45055"/>
              <a:ext cx="2323690" cy="8178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lnSpc>
                  <a:spcPct val="90000"/>
                </a:lnSpc>
                <a:defRPr b="1" sz="3500">
                  <a:solidFill>
                    <a:srgbClr val="04138B"/>
                  </a:solidFill>
                  <a:latin typeface="Lato"/>
                  <a:ea typeface="Lato"/>
                  <a:cs typeface="Lato"/>
                  <a:sym typeface="Lato"/>
                </a:defRPr>
              </a:pPr>
              <a:r>
                <a:t>17 </a:t>
              </a:r>
              <a:br/>
              <a:r>
                <a:rPr sz="1200"/>
                <a:t>OTRAS INCIDENCIAS</a:t>
              </a:r>
              <a:endParaRPr sz="1200"/>
            </a:p>
          </p:txBody>
        </p:sp>
      </p:grpSp>
      <p:pic>
        <p:nvPicPr>
          <p:cNvPr id="417" name="info-glass-XXL.pngGoogle Shape;199;p41" descr="info-glass-XXL.pngGoogle Shape;199;p41">
            <a:hlinkClick r:id="rId2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827682" y="1099891"/>
            <a:ext cx="170901" cy="163326"/>
          </a:xfrm>
          <a:prstGeom prst="rect">
            <a:avLst/>
          </a:prstGeom>
          <a:ln w="12700">
            <a:miter lim="400000"/>
          </a:ln>
        </p:spPr>
      </p:pic>
      <p:sp>
        <p:nvSpPr>
          <p:cNvPr id="418" name="Google Shape;200;p41">
            <a:hlinkClick r:id="rId2" invalidUrl="" action="ppaction://hlinksldjump" tgtFrame="" tooltip="" history="1" highlightClick="0" endSnd="0"/>
          </p:cNvPr>
          <p:cNvSpPr txBox="1"/>
          <p:nvPr/>
        </p:nvSpPr>
        <p:spPr>
          <a:xfrm>
            <a:off x="5036332" y="1141193"/>
            <a:ext cx="926100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75000"/>
              </a:lnSpc>
              <a:defRPr b="1" sz="1000" u="sng">
                <a:uFill>
                  <a:solidFill>
                    <a:srgbClr val="001391"/>
                  </a:solidFill>
                </a:uFill>
                <a:latin typeface="Source Serif 4"/>
                <a:ea typeface="Source Serif 4"/>
                <a:cs typeface="Source Serif 4"/>
                <a:sym typeface="Source Serif 4"/>
                <a:hlinkClick r:id="rId2" invalidUrl="" action="ppaction://hlinksldjump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01391"/>
                  </a:solidFill>
                </a:uFill>
                <a:hlinkClick r:id="rId2" invalidUrl="" action="ppaction://hlinksldjump" tgtFrame="" tooltip="" history="1" highlightClick="0" endSnd="0"/>
              </a:rPr>
              <a:t>Ver detalle</a:t>
            </a:r>
          </a:p>
        </p:txBody>
      </p:sp>
      <p:grpSp>
        <p:nvGrpSpPr>
          <p:cNvPr id="421" name="Google Shape;201;p41"/>
          <p:cNvGrpSpPr/>
          <p:nvPr/>
        </p:nvGrpSpPr>
        <p:grpSpPr>
          <a:xfrm>
            <a:off x="369249" y="3248650"/>
            <a:ext cx="3994501" cy="665401"/>
            <a:chOff x="0" y="0"/>
            <a:chExt cx="3994499" cy="665399"/>
          </a:xfrm>
        </p:grpSpPr>
        <p:sp>
          <p:nvSpPr>
            <p:cNvPr id="419" name="Rectángulo redondeado"/>
            <p:cNvSpPr/>
            <p:nvPr/>
          </p:nvSpPr>
          <p:spPr>
            <a:xfrm>
              <a:off x="0" y="0"/>
              <a:ext cx="3994500" cy="665400"/>
            </a:xfrm>
            <a:prstGeom prst="roundRect">
              <a:avLst>
                <a:gd name="adj" fmla="val 18197"/>
              </a:avLst>
            </a:prstGeom>
            <a:solidFill>
              <a:srgbClr val="FFFFFF"/>
            </a:solidFill>
            <a:ln w="9525" cap="flat">
              <a:solidFill>
                <a:srgbClr val="001391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lnSpc>
                  <a:spcPct val="115000"/>
                </a:lnSpc>
                <a:spcBef>
                  <a:spcPts val="200"/>
                </a:spcBef>
                <a:defRPr b="1" sz="1200"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420" name="1 INCIDENCIA CERRADA"/>
            <p:cNvSpPr txBox="1"/>
            <p:nvPr/>
          </p:nvSpPr>
          <p:spPr>
            <a:xfrm>
              <a:off x="112226" y="112226"/>
              <a:ext cx="3842048" cy="381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lnSpc>
                  <a:spcPct val="115000"/>
                </a:lnSpc>
                <a:spcBef>
                  <a:spcPts val="200"/>
                </a:spcBef>
                <a:defRPr b="1" sz="2500">
                  <a:solidFill>
                    <a:srgbClr val="04138B"/>
                  </a:solidFill>
                  <a:latin typeface="Lato"/>
                  <a:ea typeface="Lato"/>
                  <a:cs typeface="Lato"/>
                  <a:sym typeface="Lato"/>
                </a:defRPr>
              </a:pPr>
              <a:r>
                <a:t>1 </a:t>
              </a:r>
              <a:r>
                <a:rPr sz="1200">
                  <a:solidFill>
                    <a:srgbClr val="001391"/>
                  </a:solidFill>
                </a:rPr>
                <a:t>INCIDENCIA CERRADA</a:t>
              </a:r>
            </a:p>
          </p:txBody>
        </p:sp>
      </p:grpSp>
      <p:sp>
        <p:nvSpPr>
          <p:cNvPr id="422" name="Google Shape;202;p41"/>
          <p:cNvSpPr txBox="1"/>
          <p:nvPr/>
        </p:nvSpPr>
        <p:spPr>
          <a:xfrm>
            <a:off x="2566722" y="3291047"/>
            <a:ext cx="481801" cy="3479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defRPr sz="1100">
                <a:solidFill>
                  <a:srgbClr val="38761D"/>
                </a:solidFill>
                <a:latin typeface="Lato"/>
                <a:ea typeface="Lato"/>
                <a:cs typeface="Lato"/>
                <a:sym typeface="Lato"/>
              </a:defRPr>
            </a:lvl1pPr>
          </a:lstStyle>
          <a:p>
            <a:pPr/>
            <a:r>
              <a:t>38%</a:t>
            </a:r>
          </a:p>
        </p:txBody>
      </p:sp>
      <p:sp>
        <p:nvSpPr>
          <p:cNvPr id="423" name="Google Shape;203;p41"/>
          <p:cNvSpPr/>
          <p:nvPr/>
        </p:nvSpPr>
        <p:spPr>
          <a:xfrm rot="10800000">
            <a:off x="2515115" y="3423992"/>
            <a:ext cx="109501" cy="90001"/>
          </a:xfrm>
          <a:prstGeom prst="triangle">
            <a:avLst/>
          </a:prstGeom>
          <a:solidFill>
            <a:srgbClr val="38761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grpSp>
        <p:nvGrpSpPr>
          <p:cNvPr id="426" name="Google Shape;204;p41"/>
          <p:cNvGrpSpPr/>
          <p:nvPr/>
        </p:nvGrpSpPr>
        <p:grpSpPr>
          <a:xfrm>
            <a:off x="369249" y="4049300"/>
            <a:ext cx="3994501" cy="665401"/>
            <a:chOff x="0" y="0"/>
            <a:chExt cx="3994499" cy="665399"/>
          </a:xfrm>
        </p:grpSpPr>
        <p:sp>
          <p:nvSpPr>
            <p:cNvPr id="424" name="Rectángulo redondeado"/>
            <p:cNvSpPr/>
            <p:nvPr/>
          </p:nvSpPr>
          <p:spPr>
            <a:xfrm>
              <a:off x="0" y="0"/>
              <a:ext cx="3994500" cy="665400"/>
            </a:xfrm>
            <a:prstGeom prst="roundRect">
              <a:avLst>
                <a:gd name="adj" fmla="val 18197"/>
              </a:avLst>
            </a:prstGeom>
            <a:solidFill>
              <a:srgbClr val="FFFFFF"/>
            </a:solidFill>
            <a:ln w="9525" cap="flat">
              <a:solidFill>
                <a:srgbClr val="001391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lnSpc>
                  <a:spcPct val="115000"/>
                </a:lnSpc>
                <a:spcBef>
                  <a:spcPts val="200"/>
                </a:spcBef>
                <a:defRPr i="1" sz="800"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425" name="3 DÍAS DE RESOLUCIÓN (EN PROMEDIO)"/>
            <p:cNvSpPr txBox="1"/>
            <p:nvPr/>
          </p:nvSpPr>
          <p:spPr>
            <a:xfrm>
              <a:off x="112226" y="112226"/>
              <a:ext cx="3842048" cy="381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lnSpc>
                  <a:spcPct val="115000"/>
                </a:lnSpc>
                <a:spcBef>
                  <a:spcPts val="200"/>
                </a:spcBef>
                <a:defRPr b="1" sz="2500">
                  <a:solidFill>
                    <a:srgbClr val="04138B"/>
                  </a:solidFill>
                  <a:latin typeface="Lato"/>
                  <a:ea typeface="Lato"/>
                  <a:cs typeface="Lato"/>
                  <a:sym typeface="Lato"/>
                </a:defRPr>
              </a:pPr>
              <a:r>
                <a:t>3 </a:t>
              </a:r>
              <a:r>
                <a:rPr sz="1200">
                  <a:solidFill>
                    <a:srgbClr val="001391"/>
                  </a:solidFill>
                </a:rPr>
                <a:t>DÍAS DE RESOLUCIÓN </a:t>
              </a:r>
              <a:r>
                <a:rPr b="0" i="1" sz="800">
                  <a:solidFill>
                    <a:srgbClr val="001391"/>
                  </a:solidFill>
                </a:rPr>
                <a:t>(EN PROMEDIO)</a:t>
              </a:r>
            </a:p>
          </p:txBody>
        </p:sp>
      </p:grpSp>
      <p:sp>
        <p:nvSpPr>
          <p:cNvPr id="427" name="Google Shape;205;p41"/>
          <p:cNvSpPr txBox="1"/>
          <p:nvPr/>
        </p:nvSpPr>
        <p:spPr>
          <a:xfrm>
            <a:off x="3088684" y="4143052"/>
            <a:ext cx="481801" cy="3479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defRPr sz="1100">
                <a:solidFill>
                  <a:srgbClr val="38761D"/>
                </a:solidFill>
                <a:latin typeface="Lato"/>
                <a:ea typeface="Lato"/>
                <a:cs typeface="Lato"/>
                <a:sym typeface="Lato"/>
              </a:defRPr>
            </a:lvl1pPr>
          </a:lstStyle>
          <a:p>
            <a:pPr/>
            <a:r>
              <a:t>38%</a:t>
            </a:r>
          </a:p>
        </p:txBody>
      </p:sp>
      <p:sp>
        <p:nvSpPr>
          <p:cNvPr id="428" name="Google Shape;206;p41"/>
          <p:cNvSpPr/>
          <p:nvPr/>
        </p:nvSpPr>
        <p:spPr>
          <a:xfrm rot="10800000">
            <a:off x="3037078" y="4275999"/>
            <a:ext cx="109501" cy="90001"/>
          </a:xfrm>
          <a:prstGeom prst="triangle">
            <a:avLst/>
          </a:prstGeom>
          <a:solidFill>
            <a:srgbClr val="38761D"/>
          </a:solidFill>
          <a:ln>
            <a:solidFill>
              <a:srgbClr val="38761D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grpSp>
        <p:nvGrpSpPr>
          <p:cNvPr id="431" name="Google Shape;207;p41"/>
          <p:cNvGrpSpPr/>
          <p:nvPr/>
        </p:nvGrpSpPr>
        <p:grpSpPr>
          <a:xfrm>
            <a:off x="369249" y="2448000"/>
            <a:ext cx="3994501" cy="665401"/>
            <a:chOff x="0" y="0"/>
            <a:chExt cx="3994499" cy="665399"/>
          </a:xfrm>
        </p:grpSpPr>
        <p:sp>
          <p:nvSpPr>
            <p:cNvPr id="429" name="Rectángulo redondeado"/>
            <p:cNvSpPr/>
            <p:nvPr/>
          </p:nvSpPr>
          <p:spPr>
            <a:xfrm>
              <a:off x="0" y="0"/>
              <a:ext cx="3994500" cy="665400"/>
            </a:xfrm>
            <a:prstGeom prst="roundRect">
              <a:avLst>
                <a:gd name="adj" fmla="val 18197"/>
              </a:avLst>
            </a:prstGeom>
            <a:solidFill>
              <a:srgbClr val="FFFFFF"/>
            </a:solidFill>
            <a:ln w="9525" cap="flat">
              <a:solidFill>
                <a:srgbClr val="001391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lnSpc>
                  <a:spcPct val="115000"/>
                </a:lnSpc>
                <a:spcBef>
                  <a:spcPts val="200"/>
                </a:spcBef>
                <a:defRPr b="1" sz="1200"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430" name="1 NUEVA INCIDENCIA"/>
            <p:cNvSpPr txBox="1"/>
            <p:nvPr/>
          </p:nvSpPr>
          <p:spPr>
            <a:xfrm>
              <a:off x="112226" y="112226"/>
              <a:ext cx="3842048" cy="381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lnSpc>
                  <a:spcPct val="115000"/>
                </a:lnSpc>
                <a:spcBef>
                  <a:spcPts val="200"/>
                </a:spcBef>
                <a:defRPr b="1" sz="2500">
                  <a:solidFill>
                    <a:srgbClr val="04138B"/>
                  </a:solidFill>
                  <a:latin typeface="Lato"/>
                  <a:ea typeface="Lato"/>
                  <a:cs typeface="Lato"/>
                  <a:sym typeface="Lato"/>
                </a:defRPr>
              </a:pPr>
              <a:r>
                <a:t>1 </a:t>
              </a:r>
              <a:r>
                <a:rPr sz="1200">
                  <a:solidFill>
                    <a:srgbClr val="001391"/>
                  </a:solidFill>
                </a:rPr>
                <a:t>NUEVA INCIDENCIA</a:t>
              </a:r>
            </a:p>
          </p:txBody>
        </p:sp>
      </p:grpSp>
      <p:sp>
        <p:nvSpPr>
          <p:cNvPr id="432" name="Google Shape;208;p41"/>
          <p:cNvSpPr txBox="1"/>
          <p:nvPr/>
        </p:nvSpPr>
        <p:spPr>
          <a:xfrm>
            <a:off x="2975031" y="2496000"/>
            <a:ext cx="1396801" cy="56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 anchor="ctr">
            <a:spAutoFit/>
          </a:bodyPr>
          <a:lstStyle/>
          <a:p>
            <a:pPr>
              <a:defRPr b="1" sz="12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defRPr>
            </a:pPr>
            <a:r>
              <a:t>ANTES</a:t>
            </a:r>
            <a:r>
              <a:rPr b="0">
                <a:latin typeface="Lato Light"/>
                <a:ea typeface="Lato Light"/>
                <a:cs typeface="Lato Light"/>
                <a:sym typeface="Lato Light"/>
              </a:rPr>
              <a:t>: 2</a:t>
            </a:r>
            <a:endParaRPr>
              <a:latin typeface="Lato Light"/>
              <a:ea typeface="Lato Light"/>
              <a:cs typeface="Lato Light"/>
              <a:sym typeface="Lato Light"/>
            </a:endParaRPr>
          </a:p>
          <a:p>
            <a:pPr>
              <a:defRPr b="1" sz="12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defRPr>
            </a:pPr>
            <a:r>
              <a:t>AHORA</a:t>
            </a:r>
            <a:r>
              <a:rPr b="0">
                <a:latin typeface="Lato Light"/>
                <a:ea typeface="Lato Light"/>
                <a:cs typeface="Lato Light"/>
                <a:sym typeface="Lato Light"/>
              </a:rPr>
              <a:t>: 5            </a:t>
            </a:r>
            <a:endParaRPr>
              <a:latin typeface="Lato Light"/>
              <a:ea typeface="Lato Light"/>
              <a:cs typeface="Lato Light"/>
              <a:sym typeface="Lato Light"/>
            </a:endParaRPr>
          </a:p>
          <a:p>
            <a:pPr>
              <a:defRPr b="1" sz="12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defRPr>
            </a:pPr>
            <a:r>
              <a:t>ACUMULADO</a:t>
            </a:r>
            <a:r>
              <a:rPr b="0">
                <a:latin typeface="Lato Light"/>
                <a:ea typeface="Lato Light"/>
                <a:cs typeface="Lato Light"/>
                <a:sym typeface="Lato Light"/>
              </a:rPr>
              <a:t>: 5</a:t>
            </a:r>
          </a:p>
        </p:txBody>
      </p:sp>
      <p:sp>
        <p:nvSpPr>
          <p:cNvPr id="433" name="Google Shape;209;p41"/>
          <p:cNvSpPr/>
          <p:nvPr/>
        </p:nvSpPr>
        <p:spPr>
          <a:xfrm>
            <a:off x="2909049" y="2511000"/>
            <a:ext cx="1" cy="539402"/>
          </a:xfrm>
          <a:prstGeom prst="line">
            <a:avLst/>
          </a:prstGeom>
          <a:ln>
            <a:solidFill>
              <a:srgbClr val="001391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34" name="Google Shape;210;p41"/>
          <p:cNvSpPr/>
          <p:nvPr/>
        </p:nvSpPr>
        <p:spPr>
          <a:xfrm>
            <a:off x="2344951" y="2577705"/>
            <a:ext cx="109501" cy="90000"/>
          </a:xfrm>
          <a:prstGeom prst="triangle">
            <a:avLst/>
          </a:prstGeom>
          <a:solidFill>
            <a:srgbClr val="CB353A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435" name="Google Shape;211;p41"/>
          <p:cNvSpPr txBox="1"/>
          <p:nvPr/>
        </p:nvSpPr>
        <p:spPr>
          <a:xfrm>
            <a:off x="2408501" y="2444757"/>
            <a:ext cx="481801" cy="3479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defRPr sz="1100">
                <a:solidFill>
                  <a:srgbClr val="CB353A"/>
                </a:solidFill>
                <a:latin typeface="Lato"/>
                <a:ea typeface="Lato"/>
                <a:cs typeface="Lato"/>
                <a:sym typeface="Lato"/>
              </a:defRPr>
            </a:lvl1pPr>
          </a:lstStyle>
          <a:p>
            <a:pPr/>
            <a:r>
              <a:t>21%</a:t>
            </a:r>
          </a:p>
        </p:txBody>
      </p:sp>
      <p:pic>
        <p:nvPicPr>
          <p:cNvPr id="436" name="Google Shape;212;p41" descr="Google Shape;212;p41"/>
          <p:cNvPicPr>
            <a:picLocks noChangeAspect="1"/>
          </p:cNvPicPr>
          <p:nvPr/>
        </p:nvPicPr>
        <p:blipFill>
          <a:blip r:embed="rId4">
            <a:extLst/>
          </a:blip>
          <a:srcRect l="3577" t="19431" r="34530" b="7103"/>
          <a:stretch>
            <a:fillRect/>
          </a:stretch>
        </p:blipFill>
        <p:spPr>
          <a:xfrm>
            <a:off x="4827675" y="2048372"/>
            <a:ext cx="3994501" cy="278842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58;p15"/>
          <p:cNvSpPr txBox="1"/>
          <p:nvPr>
            <p:ph type="sldNum" sz="quarter" idx="2"/>
          </p:nvPr>
        </p:nvSpPr>
        <p:spPr>
          <a:xfrm>
            <a:off x="8633795" y="4763799"/>
            <a:ext cx="252056" cy="30985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 algn="r">
              <a:defRPr sz="800">
                <a:solidFill>
                  <a:srgbClr val="003194"/>
                </a:solidFill>
                <a:latin typeface="Lato"/>
                <a:ea typeface="Lato"/>
                <a:cs typeface="Lato"/>
                <a:sym typeface="Lato"/>
              </a:defRPr>
            </a:lvl1pPr>
          </a:lstStyle>
          <a:p>
            <a:pPr/>
            <a:fld id="{86CB4B4D-7CA3-9044-876B-883B54F8677D}" type="slidenum"/>
          </a:p>
        </p:txBody>
      </p:sp>
      <p:sp>
        <p:nvSpPr>
          <p:cNvPr id="439" name="Google Shape;217;p42"/>
          <p:cNvSpPr/>
          <p:nvPr/>
        </p:nvSpPr>
        <p:spPr>
          <a:xfrm>
            <a:off x="348300" y="278925"/>
            <a:ext cx="8460900" cy="4520101"/>
          </a:xfrm>
          <a:prstGeom prst="roundRect">
            <a:avLst>
              <a:gd name="adj" fmla="val 4831"/>
            </a:avLst>
          </a:prstGeom>
          <a:solidFill>
            <a:srgbClr val="001391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440" name="Google Shape;218;p42"/>
          <p:cNvSpPr txBox="1"/>
          <p:nvPr/>
        </p:nvSpPr>
        <p:spPr>
          <a:xfrm>
            <a:off x="714724" y="2240850"/>
            <a:ext cx="7591202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5000">
                <a:solidFill>
                  <a:srgbClr val="FFFFFF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Gráficos de evolución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18;p5"/>
          <p:cNvSpPr txBox="1"/>
          <p:nvPr>
            <p:ph type="sldNum" sz="quarter" idx="2"/>
          </p:nvPr>
        </p:nvSpPr>
        <p:spPr>
          <a:xfrm>
            <a:off x="8633795" y="4763799"/>
            <a:ext cx="252056" cy="30985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 algn="r">
              <a:defRPr sz="800">
                <a:solidFill>
                  <a:srgbClr val="003194"/>
                </a:solidFill>
                <a:latin typeface="Lato"/>
                <a:ea typeface="Lato"/>
                <a:cs typeface="Lato"/>
                <a:sym typeface="Lato"/>
              </a:defRPr>
            </a:lvl1pPr>
          </a:lstStyle>
          <a:p>
            <a:pPr/>
            <a:fld id="{86CB4B4D-7CA3-9044-876B-883B54F8677D}" type="slidenum"/>
          </a:p>
        </p:txBody>
      </p:sp>
      <p:grpSp>
        <p:nvGrpSpPr>
          <p:cNvPr id="445" name="Google Shape;223;p43"/>
          <p:cNvGrpSpPr/>
          <p:nvPr/>
        </p:nvGrpSpPr>
        <p:grpSpPr>
          <a:xfrm>
            <a:off x="241449" y="670350"/>
            <a:ext cx="4049702" cy="1970401"/>
            <a:chOff x="0" y="0"/>
            <a:chExt cx="4049700" cy="1970400"/>
          </a:xfrm>
        </p:grpSpPr>
        <p:sp>
          <p:nvSpPr>
            <p:cNvPr id="443" name="Rectángulo redondeado"/>
            <p:cNvSpPr/>
            <p:nvPr/>
          </p:nvSpPr>
          <p:spPr>
            <a:xfrm>
              <a:off x="0" y="0"/>
              <a:ext cx="4049701" cy="1970401"/>
            </a:xfrm>
            <a:prstGeom prst="roundRect">
              <a:avLst>
                <a:gd name="adj" fmla="val 4329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04137B"/>
                  </a:solidFill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444" name="Antigüedad del backlog"/>
            <p:cNvSpPr txBox="1"/>
            <p:nvPr/>
          </p:nvSpPr>
          <p:spPr>
            <a:xfrm>
              <a:off x="42982" y="114983"/>
              <a:ext cx="3963735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indent="914400">
                <a:defRPr b="1" sz="1300" u="sng">
                  <a:solidFill>
                    <a:srgbClr val="04137B"/>
                  </a:solidFill>
                  <a:latin typeface="Lato"/>
                  <a:ea typeface="Lato"/>
                  <a:cs typeface="Lato"/>
                  <a:sym typeface="Lato"/>
                </a:defRPr>
              </a:lvl1pPr>
            </a:lstStyle>
            <a:p>
              <a:pPr/>
              <a:r>
                <a:t>Antigüedad del backlog</a:t>
              </a:r>
            </a:p>
          </p:txBody>
        </p:sp>
      </p:grpSp>
      <p:sp>
        <p:nvSpPr>
          <p:cNvPr id="446" name="Google Shape;224;p43"/>
          <p:cNvSpPr txBox="1"/>
          <p:nvPr/>
        </p:nvSpPr>
        <p:spPr>
          <a:xfrm>
            <a:off x="241449" y="164899"/>
            <a:ext cx="8902502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04138B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</a:lstStyle>
          <a:p>
            <a:pPr/>
            <a:r>
              <a:t>Seguimiento de KPIs - Gráficos</a:t>
            </a:r>
          </a:p>
        </p:txBody>
      </p:sp>
      <p:grpSp>
        <p:nvGrpSpPr>
          <p:cNvPr id="449" name="Google Shape;225;p43"/>
          <p:cNvGrpSpPr/>
          <p:nvPr/>
        </p:nvGrpSpPr>
        <p:grpSpPr>
          <a:xfrm>
            <a:off x="241449" y="2892849"/>
            <a:ext cx="4049702" cy="1970402"/>
            <a:chOff x="0" y="0"/>
            <a:chExt cx="4049700" cy="1970400"/>
          </a:xfrm>
        </p:grpSpPr>
        <p:sp>
          <p:nvSpPr>
            <p:cNvPr id="447" name="Rectángulo redondeado"/>
            <p:cNvSpPr/>
            <p:nvPr/>
          </p:nvSpPr>
          <p:spPr>
            <a:xfrm>
              <a:off x="0" y="0"/>
              <a:ext cx="4049701" cy="1970401"/>
            </a:xfrm>
            <a:prstGeom prst="roundRect">
              <a:avLst>
                <a:gd name="adj" fmla="val 4329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 u="sng">
                  <a:solidFill>
                    <a:srgbClr val="04137B"/>
                  </a:solidFill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448" name="Tiempo medio de resolución"/>
            <p:cNvSpPr txBox="1"/>
            <p:nvPr/>
          </p:nvSpPr>
          <p:spPr>
            <a:xfrm>
              <a:off x="42982" y="114983"/>
              <a:ext cx="3963735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 u="sng">
                  <a:solidFill>
                    <a:srgbClr val="04137B"/>
                  </a:solidFill>
                  <a:latin typeface="Lato"/>
                  <a:ea typeface="Lato"/>
                  <a:cs typeface="Lato"/>
                  <a:sym typeface="Lato"/>
                </a:defRPr>
              </a:lvl1pPr>
            </a:lstStyle>
            <a:p>
              <a:pPr/>
              <a:r>
                <a:t>Tiempo medio de resolución</a:t>
              </a:r>
            </a:p>
          </p:txBody>
        </p:sp>
      </p:grpSp>
      <p:pic>
        <p:nvPicPr>
          <p:cNvPr id="450" name="Google Shape;226;p43" descr="Google Shape;226;p43"/>
          <p:cNvPicPr>
            <a:picLocks noChangeAspect="1"/>
          </p:cNvPicPr>
          <p:nvPr/>
        </p:nvPicPr>
        <p:blipFill>
          <a:blip r:embed="rId2">
            <a:extLst/>
          </a:blip>
          <a:srcRect l="4293" t="18429" r="34285" b="7382"/>
          <a:stretch>
            <a:fillRect/>
          </a:stretch>
        </p:blipFill>
        <p:spPr>
          <a:xfrm>
            <a:off x="930971" y="3392425"/>
            <a:ext cx="2580102" cy="1775625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53" name="Google Shape;227;p43"/>
          <p:cNvGrpSpPr/>
          <p:nvPr/>
        </p:nvGrpSpPr>
        <p:grpSpPr>
          <a:xfrm>
            <a:off x="4537049" y="670350"/>
            <a:ext cx="4049701" cy="1970401"/>
            <a:chOff x="0" y="0"/>
            <a:chExt cx="4049700" cy="1970400"/>
          </a:xfrm>
        </p:grpSpPr>
        <p:sp>
          <p:nvSpPr>
            <p:cNvPr id="451" name="Rectángulo redondeado"/>
            <p:cNvSpPr/>
            <p:nvPr/>
          </p:nvSpPr>
          <p:spPr>
            <a:xfrm>
              <a:off x="0" y="0"/>
              <a:ext cx="4049701" cy="1970401"/>
            </a:xfrm>
            <a:prstGeom prst="roundRect">
              <a:avLst>
                <a:gd name="adj" fmla="val 4329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04137B"/>
                  </a:solidFill>
                  <a:latin typeface="Lato"/>
                  <a:ea typeface="Lato"/>
                  <a:cs typeface="Lato"/>
                  <a:sym typeface="Lato"/>
                </a:defRPr>
              </a:pPr>
            </a:p>
          </p:txBody>
        </p:sp>
        <p:sp>
          <p:nvSpPr>
            <p:cNvPr id="452" name="Criticidad"/>
            <p:cNvSpPr txBox="1"/>
            <p:nvPr/>
          </p:nvSpPr>
          <p:spPr>
            <a:xfrm>
              <a:off x="42982" y="114983"/>
              <a:ext cx="3963735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 u="sng">
                  <a:solidFill>
                    <a:srgbClr val="04137B"/>
                  </a:solidFill>
                  <a:latin typeface="Lato"/>
                  <a:ea typeface="Lato"/>
                  <a:cs typeface="Lato"/>
                  <a:sym typeface="Lato"/>
                </a:defRPr>
              </a:lvl1pPr>
            </a:lstStyle>
            <a:p>
              <a:pPr/>
              <a:r>
                <a:t>Criticidad</a:t>
              </a:r>
            </a:p>
          </p:txBody>
        </p:sp>
      </p:grpSp>
      <p:pic>
        <p:nvPicPr>
          <p:cNvPr id="454" name="Google Shape;229;p43" descr="Google Shape;229;p43"/>
          <p:cNvPicPr>
            <a:picLocks noChangeAspect="1"/>
          </p:cNvPicPr>
          <p:nvPr/>
        </p:nvPicPr>
        <p:blipFill>
          <a:blip r:embed="rId3">
            <a:extLst/>
          </a:blip>
          <a:srcRect l="4275" t="33693" r="36438" b="7083"/>
          <a:stretch>
            <a:fillRect/>
          </a:stretch>
        </p:blipFill>
        <p:spPr>
          <a:xfrm>
            <a:off x="566500" y="1047596"/>
            <a:ext cx="3399600" cy="1912426"/>
          </a:xfrm>
          <a:prstGeom prst="rect">
            <a:avLst/>
          </a:prstGeom>
          <a:ln w="12700">
            <a:miter lim="400000"/>
          </a:ln>
        </p:spPr>
      </p:pic>
      <p:pic>
        <p:nvPicPr>
          <p:cNvPr id="455" name="Google Shape;231;p43" descr="Google Shape;231;p43"/>
          <p:cNvPicPr>
            <a:picLocks noChangeAspect="1"/>
          </p:cNvPicPr>
          <p:nvPr/>
        </p:nvPicPr>
        <p:blipFill>
          <a:blip r:embed="rId4">
            <a:extLst/>
          </a:blip>
          <a:srcRect l="6267" t="25606" r="34442" b="16105"/>
          <a:stretch>
            <a:fillRect/>
          </a:stretch>
        </p:blipFill>
        <p:spPr>
          <a:xfrm>
            <a:off x="5187099" y="1172125"/>
            <a:ext cx="2647576" cy="15781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BBVA">
  <a:themeElements>
    <a:clrScheme name="BBVA">
      <a:dk1>
        <a:srgbClr val="F7F8F8"/>
      </a:dk1>
      <a:lt1>
        <a:srgbClr val="001391"/>
      </a:lt1>
      <a:dk2>
        <a:srgbClr val="A7A7A7"/>
      </a:dk2>
      <a:lt2>
        <a:srgbClr val="535353"/>
      </a:lt2>
      <a:accent1>
        <a:srgbClr val="85C8FF"/>
      </a:accent1>
      <a:accent2>
        <a:srgbClr val="212121"/>
      </a:accent2>
      <a:accent3>
        <a:srgbClr val="FFB56B"/>
      </a:accent3>
      <a:accent4>
        <a:srgbClr val="FFE761"/>
      </a:accent4>
      <a:accent5>
        <a:srgbClr val="88E783"/>
      </a:accent5>
      <a:accent6>
        <a:srgbClr val="9694FF"/>
      </a:accent6>
      <a:hlink>
        <a:srgbClr val="0000FF"/>
      </a:hlink>
      <a:folHlink>
        <a:srgbClr val="FF00FF"/>
      </a:folHlink>
    </a:clrScheme>
    <a:fontScheme name="BBVA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BBV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1391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1391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BBVA">
  <a:themeElements>
    <a:clrScheme name="BBVA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85C8FF"/>
      </a:accent1>
      <a:accent2>
        <a:srgbClr val="212121"/>
      </a:accent2>
      <a:accent3>
        <a:srgbClr val="FFB56B"/>
      </a:accent3>
      <a:accent4>
        <a:srgbClr val="FFE761"/>
      </a:accent4>
      <a:accent5>
        <a:srgbClr val="88E783"/>
      </a:accent5>
      <a:accent6>
        <a:srgbClr val="9694FF"/>
      </a:accent6>
      <a:hlink>
        <a:srgbClr val="0000FF"/>
      </a:hlink>
      <a:folHlink>
        <a:srgbClr val="FF00FF"/>
      </a:folHlink>
    </a:clrScheme>
    <a:fontScheme name="BBVA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BBV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1391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1391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