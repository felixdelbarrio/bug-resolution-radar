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3"/>
    <p:sldMasterId id="214748368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Lato"/>
      <p:regular r:id="rId13"/>
      <p:bold r:id="rId14"/>
      <p:italic r:id="rId15"/>
      <p:boldItalic r:id="rId16"/>
    </p:embeddedFont>
    <p:embeddedFont>
      <p:font typeface="Lato Light"/>
      <p:regular r:id="rId17"/>
      <p:bold r:id="rId18"/>
      <p:italic r:id="rId19"/>
      <p:boldItalic r:id="rId20"/>
    </p:embeddedFont>
    <p:embeddedFont>
      <p:font typeface="Source Serif 4 Black"/>
      <p:bold r:id="rId21"/>
      <p:boldItalic r:id="rId22"/>
    </p:embeddedFont>
    <p:embeddedFont>
      <p:font typeface="Source Serif 4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Light-boldItalic.fntdata"/><Relationship Id="rId22" Type="http://schemas.openxmlformats.org/officeDocument/2006/relationships/font" Target="fonts/SourceSerif4Black-boldItalic.fntdata"/><Relationship Id="rId21" Type="http://schemas.openxmlformats.org/officeDocument/2006/relationships/font" Target="fonts/SourceSerif4Black-bold.fntdata"/><Relationship Id="rId24" Type="http://schemas.openxmlformats.org/officeDocument/2006/relationships/font" Target="fonts/SourceSerif4-bold.fntdata"/><Relationship Id="rId23" Type="http://schemas.openxmlformats.org/officeDocument/2006/relationships/font" Target="fonts/SourceSerif4-regular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26" Type="http://schemas.openxmlformats.org/officeDocument/2006/relationships/font" Target="fonts/SourceSerif4-boldItalic.fntdata"/><Relationship Id="rId25" Type="http://schemas.openxmlformats.org/officeDocument/2006/relationships/font" Target="fonts/SourceSerif4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Lato-regular.fntdata"/><Relationship Id="rId12" Type="http://schemas.openxmlformats.org/officeDocument/2006/relationships/slide" Target="slides/slide7.xml"/><Relationship Id="rId15" Type="http://schemas.openxmlformats.org/officeDocument/2006/relationships/font" Target="fonts/Lato-italic.fntdata"/><Relationship Id="rId14" Type="http://schemas.openxmlformats.org/officeDocument/2006/relationships/font" Target="fonts/Lato-bold.fntdata"/><Relationship Id="rId17" Type="http://schemas.openxmlformats.org/officeDocument/2006/relationships/font" Target="fonts/LatoLight-regular.fntdata"/><Relationship Id="rId16" Type="http://schemas.openxmlformats.org/officeDocument/2006/relationships/font" Target="fonts/Lato-boldItalic.fntdata"/><Relationship Id="rId19" Type="http://schemas.openxmlformats.org/officeDocument/2006/relationships/font" Target="fonts/LatoLight-italic.fntdata"/><Relationship Id="rId18" Type="http://schemas.openxmlformats.org/officeDocument/2006/relationships/font" Target="fonts/LatoLight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SLIDES_API181820198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SLIDES_API181820198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05f4f2105_0_3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d05f4f2105_0_3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61ca0d504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61ca0d504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961ca0d504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961ca0d504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61ca0d504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961ca0d504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d05f4f2105_0_2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d05f4f2105_0_2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960ee2fdaa_2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960ee2fdaa_2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 logo y mosca">
  <p:cSld name="CUSTOM_2_2_1">
    <p:bg>
      <p:bgPr>
        <a:solidFill>
          <a:srgbClr val="F7F8F8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 title="Technology_RGB.png"/>
          <p:cNvPicPr preferRelativeResize="0"/>
          <p:nvPr/>
        </p:nvPicPr>
        <p:blipFill rotWithShape="1">
          <a:blip r:embed="rId2">
            <a:alphaModFix/>
          </a:blip>
          <a:srcRect b="32716" l="-18436" r="-12780" t="-78637"/>
          <a:stretch/>
        </p:blipFill>
        <p:spPr>
          <a:xfrm>
            <a:off x="8263200" y="215975"/>
            <a:ext cx="584676" cy="2395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2"/>
          <p:cNvSpPr txBox="1"/>
          <p:nvPr>
            <p:ph type="title"/>
          </p:nvPr>
        </p:nvSpPr>
        <p:spPr>
          <a:xfrm>
            <a:off x="341150" y="783529"/>
            <a:ext cx="6709800" cy="38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sp>
        <p:nvSpPr>
          <p:cNvPr id="9" name="Google Shape;9;p2"/>
          <p:cNvSpPr txBox="1"/>
          <p:nvPr/>
        </p:nvSpPr>
        <p:spPr>
          <a:xfrm>
            <a:off x="8383350" y="4763800"/>
            <a:ext cx="50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p. </a:t>
            </a:r>
            <a:fld id="{00000000-1234-1234-1234-123412341234}" type="slidenum"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>
              <a:solidFill>
                <a:srgbClr val="003194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 logo y sin mosca">
  <p:cSld name="CUSTOM_2_2_1_2">
    <p:bg>
      <p:bgPr>
        <a:solidFill>
          <a:srgbClr val="F7F8F8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/>
          <p:nvPr>
            <p:ph type="title"/>
          </p:nvPr>
        </p:nvSpPr>
        <p:spPr>
          <a:xfrm>
            <a:off x="341150" y="226650"/>
            <a:ext cx="67038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sp>
        <p:nvSpPr>
          <p:cNvPr id="12" name="Google Shape;12;p3"/>
          <p:cNvSpPr txBox="1"/>
          <p:nvPr/>
        </p:nvSpPr>
        <p:spPr>
          <a:xfrm>
            <a:off x="8383350" y="4763800"/>
            <a:ext cx="50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p. </a:t>
            </a:r>
            <a:fld id="{00000000-1234-1234-1234-123412341234}" type="slidenum"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>
              <a:solidFill>
                <a:srgbClr val="003194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3" name="Google Shape;13;p3" title="Technology_RGB.png"/>
          <p:cNvPicPr preferRelativeResize="0"/>
          <p:nvPr/>
        </p:nvPicPr>
        <p:blipFill rotWithShape="1">
          <a:blip r:embed="rId2">
            <a:alphaModFix/>
          </a:blip>
          <a:srcRect b="32716" l="-18436" r="-12780" t="-78637"/>
          <a:stretch/>
        </p:blipFill>
        <p:spPr>
          <a:xfrm>
            <a:off x="8263200" y="215975"/>
            <a:ext cx="584676" cy="23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 logo y con mosca">
  <p:cSld name="CUSTOM_2_2_1_1">
    <p:bg>
      <p:bgPr>
        <a:solidFill>
          <a:srgbClr val="F7F8F8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/>
        </p:nvSpPr>
        <p:spPr>
          <a:xfrm>
            <a:off x="8383350" y="4763800"/>
            <a:ext cx="50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p. </a:t>
            </a:r>
            <a:fld id="{00000000-1234-1234-1234-123412341234}" type="slidenum"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>
              <a:solidFill>
                <a:srgbClr val="003194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" name="Google Shape;16;p4"/>
          <p:cNvSpPr txBox="1"/>
          <p:nvPr>
            <p:ph type="title"/>
          </p:nvPr>
        </p:nvSpPr>
        <p:spPr>
          <a:xfrm>
            <a:off x="342000" y="784800"/>
            <a:ext cx="67098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 logo y sin mosca">
  <p:cSld name="CUSTOM_2_2_1_1_1">
    <p:bg>
      <p:bgPr>
        <a:solidFill>
          <a:srgbClr val="F7F8F8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/>
        </p:nvSpPr>
        <p:spPr>
          <a:xfrm>
            <a:off x="8383350" y="4763800"/>
            <a:ext cx="50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p. </a:t>
            </a:r>
            <a:fld id="{00000000-1234-1234-1234-123412341234}" type="slidenum"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>
              <a:solidFill>
                <a:srgbClr val="003194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" name="Google Shape;19;p5"/>
          <p:cNvSpPr txBox="1"/>
          <p:nvPr>
            <p:ph type="title"/>
          </p:nvPr>
        </p:nvSpPr>
        <p:spPr>
          <a:xfrm>
            <a:off x="342000" y="226800"/>
            <a:ext cx="67098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imagen">
  <p:cSld name="CUSTOM_1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/>
          <p:nvPr>
            <p:ph idx="2" type="pic"/>
          </p:nvPr>
        </p:nvSpPr>
        <p:spPr>
          <a:xfrm>
            <a:off x="75" y="-50"/>
            <a:ext cx="91440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Blue">
  <p:cSld name="Título y objetos_1_1">
    <p:bg>
      <p:bgPr>
        <a:solidFill>
          <a:schemeClr val="dk1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/>
          <p:nvPr>
            <p:ph type="title"/>
          </p:nvPr>
        </p:nvSpPr>
        <p:spPr>
          <a:xfrm>
            <a:off x="334525" y="3026821"/>
            <a:ext cx="8475000" cy="193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pic>
        <p:nvPicPr>
          <p:cNvPr id="24" name="Google Shape;24;p7" title="Technology_RGB_white.png"/>
          <p:cNvPicPr preferRelativeResize="0"/>
          <p:nvPr/>
        </p:nvPicPr>
        <p:blipFill rotWithShape="1">
          <a:blip r:embed="rId2">
            <a:alphaModFix/>
          </a:blip>
          <a:srcRect b="-5214" l="0" r="0" t="-4785"/>
          <a:stretch/>
        </p:blipFill>
        <p:spPr>
          <a:xfrm>
            <a:off x="344875" y="273775"/>
            <a:ext cx="722575" cy="292775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7"/>
          <p:cNvSpPr txBox="1"/>
          <p:nvPr>
            <p:ph idx="1" type="subTitle"/>
          </p:nvPr>
        </p:nvSpPr>
        <p:spPr>
          <a:xfrm>
            <a:off x="339854" y="2652147"/>
            <a:ext cx="3863100" cy="2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"/>
              <a:buNone/>
              <a:defRPr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Blue  con micro">
  <p:cSld name="Título y objetos_1_1_3">
    <p:bg>
      <p:bgPr>
        <a:solidFill>
          <a:schemeClr val="dk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8"/>
          <p:cNvSpPr txBox="1"/>
          <p:nvPr>
            <p:ph type="title"/>
          </p:nvPr>
        </p:nvSpPr>
        <p:spPr>
          <a:xfrm>
            <a:off x="334525" y="2139598"/>
            <a:ext cx="5681100" cy="13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Source Serif 4"/>
              <a:buNone/>
              <a:defRPr b="1" sz="72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sp>
        <p:nvSpPr>
          <p:cNvPr id="28" name="Google Shape;28;p8"/>
          <p:cNvSpPr txBox="1"/>
          <p:nvPr>
            <p:ph idx="1" type="subTitle"/>
          </p:nvPr>
        </p:nvSpPr>
        <p:spPr>
          <a:xfrm>
            <a:off x="348425" y="1798700"/>
            <a:ext cx="44217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9" name="Google Shape;29;p8" title="Technology_RGB_white.png"/>
          <p:cNvPicPr preferRelativeResize="0"/>
          <p:nvPr/>
        </p:nvPicPr>
        <p:blipFill rotWithShape="1">
          <a:blip r:embed="rId2">
            <a:alphaModFix/>
          </a:blip>
          <a:srcRect b="-5214" l="0" r="0" t="-4785"/>
          <a:stretch/>
        </p:blipFill>
        <p:spPr>
          <a:xfrm>
            <a:off x="344875" y="273775"/>
            <a:ext cx="722575" cy="29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Blue con Foto">
  <p:cSld name="Título y objetos_1_1_2">
    <p:bg>
      <p:bgPr>
        <a:solidFill>
          <a:schemeClr val="dk1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/>
          <p:nvPr>
            <p:ph idx="2" type="pic"/>
          </p:nvPr>
        </p:nvSpPr>
        <p:spPr>
          <a:xfrm>
            <a:off x="4970225" y="344875"/>
            <a:ext cx="3839100" cy="4462800"/>
          </a:xfrm>
          <a:prstGeom prst="roundRect">
            <a:avLst>
              <a:gd fmla="val 3752" name="adj"/>
            </a:avLst>
          </a:prstGeom>
          <a:noFill/>
          <a:ln>
            <a:noFill/>
          </a:ln>
        </p:spPr>
      </p:sp>
      <p:sp>
        <p:nvSpPr>
          <p:cNvPr id="32" name="Google Shape;32;p9"/>
          <p:cNvSpPr txBox="1"/>
          <p:nvPr>
            <p:ph type="title"/>
          </p:nvPr>
        </p:nvSpPr>
        <p:spPr>
          <a:xfrm>
            <a:off x="334525" y="1117095"/>
            <a:ext cx="3905700" cy="13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sp>
        <p:nvSpPr>
          <p:cNvPr id="33" name="Google Shape;33;p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1pPr>
            <a:lvl2pPr lvl="1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2pPr>
            <a:lvl3pPr lvl="2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3pPr>
            <a:lvl4pPr lvl="3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4pPr>
            <a:lvl5pPr lvl="4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5pPr>
            <a:lvl6pPr lvl="5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6pPr>
            <a:lvl7pPr lvl="6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7pPr>
            <a:lvl8pPr lvl="7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8pPr>
            <a:lvl9pPr lvl="8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cxnSp>
        <p:nvCxnSpPr>
          <p:cNvPr id="34" name="Google Shape;34;p9"/>
          <p:cNvCxnSpPr/>
          <p:nvPr/>
        </p:nvCxnSpPr>
        <p:spPr>
          <a:xfrm>
            <a:off x="4462650" y="343950"/>
            <a:ext cx="0" cy="4429200"/>
          </a:xfrm>
          <a:prstGeom prst="straightConnector1">
            <a:avLst/>
          </a:prstGeom>
          <a:noFill/>
          <a:ln cap="flat" cmpd="sng" w="9525">
            <a:solidFill>
              <a:srgbClr val="ADB8C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5" name="Google Shape;35;p9"/>
          <p:cNvSpPr txBox="1"/>
          <p:nvPr>
            <p:ph idx="1" type="subTitle"/>
          </p:nvPr>
        </p:nvSpPr>
        <p:spPr>
          <a:xfrm>
            <a:off x="346425" y="4150050"/>
            <a:ext cx="36207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ato"/>
              <a:buNone/>
              <a:defRPr sz="1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6" name="Google Shape;36;p9" title="Technology_RGB_white.png"/>
          <p:cNvPicPr preferRelativeResize="0"/>
          <p:nvPr/>
        </p:nvPicPr>
        <p:blipFill rotWithShape="1">
          <a:blip r:embed="rId2">
            <a:alphaModFix/>
          </a:blip>
          <a:srcRect b="-5214" l="0" r="0" t="-4785"/>
          <a:stretch/>
        </p:blipFill>
        <p:spPr>
          <a:xfrm>
            <a:off x="344875" y="273775"/>
            <a:ext cx="722575" cy="29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Sand">
  <p:cSld name="Título y objetos_1_1_1">
    <p:bg>
      <p:bgPr>
        <a:solidFill>
          <a:schemeClr val="lt2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38;p10" title="Technology_RGB.png"/>
          <p:cNvPicPr preferRelativeResize="0"/>
          <p:nvPr/>
        </p:nvPicPr>
        <p:blipFill rotWithShape="1">
          <a:blip r:embed="rId2">
            <a:alphaModFix/>
          </a:blip>
          <a:srcRect b="-41191" l="-10094" r="-18325" t="-18095"/>
          <a:stretch/>
        </p:blipFill>
        <p:spPr>
          <a:xfrm>
            <a:off x="271975" y="239975"/>
            <a:ext cx="927900" cy="42395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10"/>
          <p:cNvSpPr txBox="1"/>
          <p:nvPr>
            <p:ph type="title"/>
          </p:nvPr>
        </p:nvSpPr>
        <p:spPr>
          <a:xfrm>
            <a:off x="334525" y="2488200"/>
            <a:ext cx="7159200" cy="9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"/>
              <a:buNone/>
              <a:defRPr b="1" sz="72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332678" y="2217775"/>
            <a:ext cx="4854300" cy="29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illa 1">
  <p:cSld name="1_Diapositiva de título">
    <p:bg>
      <p:bgPr>
        <a:solidFill>
          <a:schemeClr val="accent1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/>
          <p:nvPr>
            <p:ph type="title"/>
          </p:nvPr>
        </p:nvSpPr>
        <p:spPr>
          <a:xfrm>
            <a:off x="296725" y="3613892"/>
            <a:ext cx="7977000" cy="1318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317500" lvl="0" marL="0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pic>
        <p:nvPicPr>
          <p:cNvPr id="43" name="Google Shape;43;p11" title="Technology_RGB.png"/>
          <p:cNvPicPr preferRelativeResize="0"/>
          <p:nvPr/>
        </p:nvPicPr>
        <p:blipFill rotWithShape="1">
          <a:blip r:embed="rId2">
            <a:alphaModFix/>
          </a:blip>
          <a:srcRect b="32701" l="-36404" r="-21599" t="-59155"/>
          <a:stretch/>
        </p:blipFill>
        <p:spPr>
          <a:xfrm>
            <a:off x="8183200" y="247975"/>
            <a:ext cx="885601" cy="263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illa bento">
  <p:cSld name="1_Diapositiva de título_1">
    <p:bg>
      <p:bgPr>
        <a:solidFill>
          <a:schemeClr val="lt2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2"/>
          <p:cNvSpPr/>
          <p:nvPr/>
        </p:nvSpPr>
        <p:spPr>
          <a:xfrm>
            <a:off x="111600" y="116708"/>
            <a:ext cx="8920800" cy="4910100"/>
          </a:xfrm>
          <a:prstGeom prst="roundRect">
            <a:avLst>
              <a:gd fmla="val 4739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12"/>
          <p:cNvSpPr txBox="1"/>
          <p:nvPr>
            <p:ph type="title"/>
          </p:nvPr>
        </p:nvSpPr>
        <p:spPr>
          <a:xfrm>
            <a:off x="296725" y="3586800"/>
            <a:ext cx="8512500" cy="1339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317500" lvl="0" marL="0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pic>
        <p:nvPicPr>
          <p:cNvPr id="47" name="Google Shape;47;p12" title="Technology_RGB.png"/>
          <p:cNvPicPr preferRelativeResize="0"/>
          <p:nvPr/>
        </p:nvPicPr>
        <p:blipFill rotWithShape="1">
          <a:blip r:embed="rId2">
            <a:alphaModFix/>
          </a:blip>
          <a:srcRect b="32701" l="-36404" r="-21599" t="-59155"/>
          <a:stretch/>
        </p:blipFill>
        <p:spPr>
          <a:xfrm>
            <a:off x="8183200" y="247975"/>
            <a:ext cx="885601" cy="263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illa foto">
  <p:cSld name="1_Diapositiva de título_1_1">
    <p:bg>
      <p:bgPr>
        <a:solidFill>
          <a:schemeClr val="accent1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/>
          <p:nvPr>
            <p:ph idx="2" type="pic"/>
          </p:nvPr>
        </p:nvSpPr>
        <p:spPr>
          <a:xfrm>
            <a:off x="5416150" y="894650"/>
            <a:ext cx="3393300" cy="3110700"/>
          </a:xfrm>
          <a:prstGeom prst="roundRect">
            <a:avLst>
              <a:gd fmla="val 5565" name="adj"/>
            </a:avLst>
          </a:prstGeom>
          <a:noFill/>
          <a:ln>
            <a:noFill/>
          </a:ln>
        </p:spPr>
      </p:sp>
      <p:sp>
        <p:nvSpPr>
          <p:cNvPr id="50" name="Google Shape;50;p13"/>
          <p:cNvSpPr txBox="1"/>
          <p:nvPr>
            <p:ph type="title"/>
          </p:nvPr>
        </p:nvSpPr>
        <p:spPr>
          <a:xfrm>
            <a:off x="296725" y="783555"/>
            <a:ext cx="4065000" cy="6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0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sp>
        <p:nvSpPr>
          <p:cNvPr id="51" name="Google Shape;51;p13"/>
          <p:cNvSpPr txBox="1"/>
          <p:nvPr>
            <p:ph idx="1" type="subTitle"/>
          </p:nvPr>
        </p:nvSpPr>
        <p:spPr>
          <a:xfrm>
            <a:off x="361150" y="3418403"/>
            <a:ext cx="4102200" cy="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b="1"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52" name="Google Shape;52;p13"/>
          <p:cNvCxnSpPr/>
          <p:nvPr/>
        </p:nvCxnSpPr>
        <p:spPr>
          <a:xfrm>
            <a:off x="4903450" y="884250"/>
            <a:ext cx="0" cy="3158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ierre">
  <p:cSld name="CUSTOM">
    <p:bg>
      <p:bgPr>
        <a:solidFill>
          <a:schemeClr val="dk1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/>
          <p:nvPr>
            <p:ph type="title"/>
          </p:nvPr>
        </p:nvSpPr>
        <p:spPr>
          <a:xfrm>
            <a:off x="2247300" y="2317200"/>
            <a:ext cx="4649400" cy="5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pic>
        <p:nvPicPr>
          <p:cNvPr id="55" name="Google Shape;5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45376" y="360000"/>
            <a:ext cx="445548" cy="134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">
  <p:cSld name="Título y objetos">
    <p:bg>
      <p:bgPr>
        <a:solidFill>
          <a:srgbClr val="F7F8F8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title"/>
          </p:nvPr>
        </p:nvSpPr>
        <p:spPr>
          <a:xfrm>
            <a:off x="340725" y="800277"/>
            <a:ext cx="3418800" cy="8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sp>
        <p:nvSpPr>
          <p:cNvPr id="58" name="Google Shape;58;p15"/>
          <p:cNvSpPr txBox="1"/>
          <p:nvPr/>
        </p:nvSpPr>
        <p:spPr>
          <a:xfrm>
            <a:off x="8383350" y="4763800"/>
            <a:ext cx="50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p. </a:t>
            </a:r>
            <a:fld id="{00000000-1234-1234-1234-123412341234}" type="slidenum"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>
              <a:solidFill>
                <a:srgbClr val="003194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ción">
  <p:cSld name="Título y objetos_1_1_4">
    <p:bg>
      <p:bgPr>
        <a:solidFill>
          <a:schemeClr val="accen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6"/>
          <p:cNvSpPr txBox="1"/>
          <p:nvPr>
            <p:ph type="title"/>
          </p:nvPr>
        </p:nvSpPr>
        <p:spPr>
          <a:xfrm>
            <a:off x="322550" y="1020341"/>
            <a:ext cx="5021400" cy="27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Source Serif 4 Black"/>
              <a:buNone/>
              <a:defRPr b="0" i="0" sz="5000" u="none" cap="none" strike="noStrike">
                <a:solidFill>
                  <a:schemeClr val="dk2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1pPr>
            <a:lvl2pPr lvl="1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Source Serif 4 Black"/>
              <a:buNone/>
              <a:defRPr b="0" i="0" sz="5000" u="none" cap="none" strike="noStrike">
                <a:solidFill>
                  <a:schemeClr val="dk2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2pPr>
            <a:lvl3pPr lvl="2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Source Serif 4 Black"/>
              <a:buNone/>
              <a:defRPr b="0" i="0" sz="5000" u="none" cap="none" strike="noStrike">
                <a:solidFill>
                  <a:schemeClr val="dk2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3pPr>
            <a:lvl4pPr lvl="3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Source Serif 4 Black"/>
              <a:buNone/>
              <a:defRPr b="0" i="0" sz="5000" u="none" cap="none" strike="noStrike">
                <a:solidFill>
                  <a:schemeClr val="dk2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4pPr>
            <a:lvl5pPr lvl="4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Source Serif 4 Black"/>
              <a:buNone/>
              <a:defRPr b="0" i="0" sz="5000" u="none" cap="none" strike="noStrike">
                <a:solidFill>
                  <a:schemeClr val="dk2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5pPr>
            <a:lvl6pPr lvl="5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Source Serif 4 Black"/>
              <a:buNone/>
              <a:defRPr b="0" i="0" sz="5000" u="none" cap="none" strike="noStrike">
                <a:solidFill>
                  <a:schemeClr val="dk2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6pPr>
            <a:lvl7pPr lvl="6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Source Serif 4 Black"/>
              <a:buNone/>
              <a:defRPr b="0" i="0" sz="5000" u="none" cap="none" strike="noStrike">
                <a:solidFill>
                  <a:schemeClr val="dk2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7pPr>
            <a:lvl8pPr lvl="7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Source Serif 4 Black"/>
              <a:buNone/>
              <a:defRPr b="0" i="0" sz="5000" u="none" cap="none" strike="noStrike">
                <a:solidFill>
                  <a:schemeClr val="dk2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8pPr>
            <a:lvl9pPr lvl="8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Source Serif 4 Black"/>
              <a:buNone/>
              <a:defRPr b="0" i="0" sz="5000" u="none" cap="none" strike="noStrike">
                <a:solidFill>
                  <a:schemeClr val="dk2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 Slide">
  <p:cSld name="Default Slide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ierre 1">
  <p:cSld name="Cierre">
    <p:bg>
      <p:bgPr>
        <a:solidFill>
          <a:schemeClr val="dk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8"/>
          <p:cNvSpPr txBox="1"/>
          <p:nvPr>
            <p:ph type="title"/>
          </p:nvPr>
        </p:nvSpPr>
        <p:spPr>
          <a:xfrm>
            <a:off x="1391478" y="2317200"/>
            <a:ext cx="6360900" cy="5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Only">
  <p:cSld name="TITLE_ONL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9"/>
          <p:cNvSpPr txBox="1"/>
          <p:nvPr>
            <p:ph type="title"/>
          </p:nvPr>
        </p:nvSpPr>
        <p:spPr>
          <a:xfrm>
            <a:off x="310901" y="246893"/>
            <a:ext cx="8557800" cy="3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Lato"/>
              <a:buNone/>
              <a:defRPr b="1" i="0" sz="2000" u="none" cap="none" strike="noStrike">
                <a:solidFill>
                  <a:schemeClr val="accent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sz="1800"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sz="1800"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sz="1800"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sz="1800"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sz="1800"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sz="1800"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sz="1800"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sz="1800"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75">
          <p15:clr>
            <a:srgbClr val="FBAE40"/>
          </p15:clr>
        </p15:guide>
        <p15:guide id="2" pos="310">
          <p15:clr>
            <a:srgbClr val="FBAE40"/>
          </p15:clr>
        </p15:guide>
        <p15:guide id="3" pos="5653">
          <p15:clr>
            <a:srgbClr val="FBAE40"/>
          </p15:clr>
        </p15:guide>
        <p15:guide id="4" orient="horz" pos="282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 marcianito">
  <p:cSld name="CUSTOM_3_1">
    <p:bg>
      <p:bgPr>
        <a:solidFill>
          <a:srgbClr val="1E7D86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 sz="1300"/>
            </a:lvl1pPr>
            <a:lvl2pPr lvl="1">
              <a:buNone/>
              <a:defRPr sz="1300"/>
            </a:lvl2pPr>
            <a:lvl3pPr lvl="2">
              <a:buNone/>
              <a:defRPr sz="1300"/>
            </a:lvl3pPr>
            <a:lvl4pPr lvl="3">
              <a:buNone/>
              <a:defRPr sz="1300"/>
            </a:lvl4pPr>
            <a:lvl5pPr lvl="4">
              <a:buNone/>
              <a:defRPr sz="1300"/>
            </a:lvl5pPr>
            <a:lvl6pPr lvl="5">
              <a:buNone/>
              <a:defRPr sz="1300"/>
            </a:lvl6pPr>
            <a:lvl7pPr lvl="6">
              <a:buNone/>
              <a:defRPr sz="1300"/>
            </a:lvl7pPr>
            <a:lvl8pPr lvl="7">
              <a:buNone/>
              <a:defRPr sz="1300"/>
            </a:lvl8pPr>
            <a:lvl9pPr lvl="8">
              <a:buNone/>
              <a:defRPr sz="1300"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 con logo y &quot;breadcrumb&quot;">
  <p:cSld name="CUSTOM_2_2_1">
    <p:bg>
      <p:bgPr>
        <a:solidFill>
          <a:schemeClr val="lt2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63826" y="344875"/>
            <a:ext cx="445548" cy="13422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22"/>
          <p:cNvSpPr txBox="1"/>
          <p:nvPr>
            <p:ph type="title"/>
          </p:nvPr>
        </p:nvSpPr>
        <p:spPr>
          <a:xfrm>
            <a:off x="341150" y="783529"/>
            <a:ext cx="6709800" cy="38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sp>
        <p:nvSpPr>
          <p:cNvPr id="72" name="Google Shape;72;p22"/>
          <p:cNvSpPr txBox="1"/>
          <p:nvPr/>
        </p:nvSpPr>
        <p:spPr>
          <a:xfrm>
            <a:off x="8383350" y="4763800"/>
            <a:ext cx="50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p. </a:t>
            </a:r>
            <a:fld id="{00000000-1234-1234-1234-123412341234}" type="slidenum"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>
              <a:solidFill>
                <a:srgbClr val="003194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 con logo">
  <p:cSld name="CUSTOM_2_2_1_2">
    <p:bg>
      <p:bgPr>
        <a:solidFill>
          <a:schemeClr val="lt2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63826" y="344863"/>
            <a:ext cx="445548" cy="13422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3"/>
          <p:cNvSpPr txBox="1"/>
          <p:nvPr>
            <p:ph type="title"/>
          </p:nvPr>
        </p:nvSpPr>
        <p:spPr>
          <a:xfrm>
            <a:off x="341150" y="226650"/>
            <a:ext cx="67038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sp>
        <p:nvSpPr>
          <p:cNvPr id="76" name="Google Shape;76;p23"/>
          <p:cNvSpPr txBox="1"/>
          <p:nvPr/>
        </p:nvSpPr>
        <p:spPr>
          <a:xfrm>
            <a:off x="8383350" y="4763800"/>
            <a:ext cx="50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p. </a:t>
            </a:r>
            <a:fld id="{00000000-1234-1234-1234-123412341234}" type="slidenum"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>
              <a:solidFill>
                <a:srgbClr val="003194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 con &quot;breadcrumb&quot; sin logo">
  <p:cSld name="CUSTOM_2_2_1_1">
    <p:bg>
      <p:bgPr>
        <a:solidFill>
          <a:schemeClr val="lt2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4"/>
          <p:cNvSpPr txBox="1"/>
          <p:nvPr/>
        </p:nvSpPr>
        <p:spPr>
          <a:xfrm>
            <a:off x="8383350" y="4763800"/>
            <a:ext cx="50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p. </a:t>
            </a:r>
            <a:fld id="{00000000-1234-1234-1234-123412341234}" type="slidenum"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>
              <a:solidFill>
                <a:srgbClr val="003194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79" name="Google Shape;79;p24"/>
          <p:cNvSpPr txBox="1"/>
          <p:nvPr>
            <p:ph type="title"/>
          </p:nvPr>
        </p:nvSpPr>
        <p:spPr>
          <a:xfrm>
            <a:off x="342000" y="784800"/>
            <a:ext cx="67098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>
  <p:cSld name="CUSTOM_2_2_1_1_1">
    <p:bg>
      <p:bgPr>
        <a:solidFill>
          <a:schemeClr val="lt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5"/>
          <p:cNvSpPr txBox="1"/>
          <p:nvPr/>
        </p:nvSpPr>
        <p:spPr>
          <a:xfrm>
            <a:off x="8383350" y="4763800"/>
            <a:ext cx="50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p. </a:t>
            </a:r>
            <a:fld id="{00000000-1234-1234-1234-123412341234}" type="slidenum">
              <a:rPr lang="es" sz="800">
                <a:solidFill>
                  <a:srgbClr val="003194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>
              <a:solidFill>
                <a:srgbClr val="003194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2" name="Google Shape;82;p25"/>
          <p:cNvSpPr txBox="1"/>
          <p:nvPr>
            <p:ph type="title"/>
          </p:nvPr>
        </p:nvSpPr>
        <p:spPr>
          <a:xfrm>
            <a:off x="342000" y="226800"/>
            <a:ext cx="6709800" cy="3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urce Serif 4"/>
              <a:buNone/>
              <a:defRPr b="1" sz="3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imagen">
  <p:cSld name="CUSTOM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6"/>
          <p:cNvSpPr/>
          <p:nvPr>
            <p:ph idx="2" type="pic"/>
          </p:nvPr>
        </p:nvSpPr>
        <p:spPr>
          <a:xfrm>
            <a:off x="75" y="-50"/>
            <a:ext cx="91440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1">
  <p:cSld name="Título y objetos_1_1">
    <p:bg>
      <p:bgPr>
        <a:solidFill>
          <a:schemeClr val="dk1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"/>
          <p:cNvSpPr txBox="1"/>
          <p:nvPr>
            <p:ph type="title"/>
          </p:nvPr>
        </p:nvSpPr>
        <p:spPr>
          <a:xfrm>
            <a:off x="334525" y="3026821"/>
            <a:ext cx="8475000" cy="193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00"/>
              <a:buFont typeface="Source Serif 4"/>
              <a:buNone/>
              <a:defRPr b="1" sz="67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pic>
        <p:nvPicPr>
          <p:cNvPr id="87" name="Google Shape;87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4875" y="344875"/>
            <a:ext cx="722575" cy="216624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27"/>
          <p:cNvSpPr txBox="1"/>
          <p:nvPr>
            <p:ph idx="1" type="subTitle"/>
          </p:nvPr>
        </p:nvSpPr>
        <p:spPr>
          <a:xfrm>
            <a:off x="339854" y="2652147"/>
            <a:ext cx="3863100" cy="2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"/>
              <a:buNone/>
              <a:defRPr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1 con micro-ilustración">
  <p:cSld name="Título y objetos_1_1_3">
    <p:bg>
      <p:bgPr>
        <a:solidFill>
          <a:schemeClr val="dk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8"/>
          <p:cNvSpPr txBox="1"/>
          <p:nvPr>
            <p:ph type="title"/>
          </p:nvPr>
        </p:nvSpPr>
        <p:spPr>
          <a:xfrm>
            <a:off x="334525" y="2139598"/>
            <a:ext cx="5681100" cy="13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Source Serif 4"/>
              <a:buNone/>
              <a:defRPr b="1" sz="72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pic>
        <p:nvPicPr>
          <p:cNvPr id="91" name="Google Shape;91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4875" y="344875"/>
            <a:ext cx="722575" cy="216624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28"/>
          <p:cNvSpPr txBox="1"/>
          <p:nvPr>
            <p:ph idx="1" type="subTitle"/>
          </p:nvPr>
        </p:nvSpPr>
        <p:spPr>
          <a:xfrm>
            <a:off x="348425" y="1798700"/>
            <a:ext cx="44217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1 con imagen">
  <p:cSld name="Título y objetos_1_1_2">
    <p:bg>
      <p:bgPr>
        <a:solidFill>
          <a:schemeClr val="dk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9"/>
          <p:cNvSpPr/>
          <p:nvPr>
            <p:ph idx="2" type="pic"/>
          </p:nvPr>
        </p:nvSpPr>
        <p:spPr>
          <a:xfrm>
            <a:off x="4970225" y="344875"/>
            <a:ext cx="3839100" cy="4462800"/>
          </a:xfrm>
          <a:prstGeom prst="roundRect">
            <a:avLst>
              <a:gd fmla="val 3752" name="adj"/>
            </a:avLst>
          </a:prstGeom>
          <a:noFill/>
          <a:ln>
            <a:noFill/>
          </a:ln>
        </p:spPr>
      </p:sp>
      <p:sp>
        <p:nvSpPr>
          <p:cNvPr id="95" name="Google Shape;95;p29"/>
          <p:cNvSpPr txBox="1"/>
          <p:nvPr>
            <p:ph type="title"/>
          </p:nvPr>
        </p:nvSpPr>
        <p:spPr>
          <a:xfrm>
            <a:off x="334525" y="1117095"/>
            <a:ext cx="3905700" cy="13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Source Serif 4"/>
              <a:buNone/>
              <a:defRPr b="1" sz="5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pic>
        <p:nvPicPr>
          <p:cNvPr id="96" name="Google Shape;96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4875" y="344875"/>
            <a:ext cx="722575" cy="216624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1pPr>
            <a:lvl2pPr lvl="1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2pPr>
            <a:lvl3pPr lvl="2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3pPr>
            <a:lvl4pPr lvl="3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4pPr>
            <a:lvl5pPr lvl="4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5pPr>
            <a:lvl6pPr lvl="5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6pPr>
            <a:lvl7pPr lvl="6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7pPr>
            <a:lvl8pPr lvl="7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8pPr>
            <a:lvl9pPr lvl="8">
              <a:buNone/>
              <a:defRPr>
                <a:solidFill>
                  <a:schemeClr val="lt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cxnSp>
        <p:nvCxnSpPr>
          <p:cNvPr id="98" name="Google Shape;98;p29"/>
          <p:cNvCxnSpPr/>
          <p:nvPr/>
        </p:nvCxnSpPr>
        <p:spPr>
          <a:xfrm>
            <a:off x="4462650" y="343950"/>
            <a:ext cx="0" cy="4429200"/>
          </a:xfrm>
          <a:prstGeom prst="straightConnector1">
            <a:avLst/>
          </a:prstGeom>
          <a:noFill/>
          <a:ln cap="flat" cmpd="sng" w="9525">
            <a:solidFill>
              <a:srgbClr val="ADB8C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9" name="Google Shape;99;p29"/>
          <p:cNvSpPr txBox="1"/>
          <p:nvPr>
            <p:ph idx="1" type="subTitle"/>
          </p:nvPr>
        </p:nvSpPr>
        <p:spPr>
          <a:xfrm>
            <a:off x="346425" y="4150050"/>
            <a:ext cx="36207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ato"/>
              <a:buNone/>
              <a:defRPr sz="1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2">
  <p:cSld name="Título y objetos_1_1_1">
    <p:bg>
      <p:bgPr>
        <a:solidFill>
          <a:schemeClr val="lt2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4874" y="344882"/>
            <a:ext cx="722575" cy="21768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30"/>
          <p:cNvSpPr txBox="1"/>
          <p:nvPr>
            <p:ph type="title"/>
          </p:nvPr>
        </p:nvSpPr>
        <p:spPr>
          <a:xfrm>
            <a:off x="334525" y="2488200"/>
            <a:ext cx="7159200" cy="9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"/>
              <a:buNone/>
              <a:defRPr b="1" sz="72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Source Serif 4 Black"/>
              <a:buNone/>
              <a:defRPr sz="7200">
                <a:solidFill>
                  <a:schemeClr val="dk1"/>
                </a:solidFill>
                <a:latin typeface="Source Serif 4 Black"/>
                <a:ea typeface="Source Serif 4 Black"/>
                <a:cs typeface="Source Serif 4 Black"/>
                <a:sym typeface="Source Serif 4 Black"/>
              </a:defRPr>
            </a:lvl9pPr>
          </a:lstStyle>
          <a:p/>
        </p:txBody>
      </p:sp>
      <p:sp>
        <p:nvSpPr>
          <p:cNvPr id="103" name="Google Shape;103;p30"/>
          <p:cNvSpPr txBox="1"/>
          <p:nvPr>
            <p:ph idx="1" type="subTitle"/>
          </p:nvPr>
        </p:nvSpPr>
        <p:spPr>
          <a:xfrm>
            <a:off x="332678" y="2217775"/>
            <a:ext cx="4854300" cy="29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None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illa">
  <p:cSld name="1_Diapositiva de título">
    <p:bg>
      <p:bgPr>
        <a:solidFill>
          <a:schemeClr val="accen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1"/>
          <p:cNvSpPr txBox="1"/>
          <p:nvPr>
            <p:ph type="title"/>
          </p:nvPr>
        </p:nvSpPr>
        <p:spPr>
          <a:xfrm>
            <a:off x="325396" y="3601150"/>
            <a:ext cx="7977000" cy="1318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317500" lvl="0" marL="0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pic>
        <p:nvPicPr>
          <p:cNvPr id="106" name="Google Shape;106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63826" y="344875"/>
            <a:ext cx="445548" cy="134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illa con bordes redondeados">
  <p:cSld name="1_Diapositiva de título_1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2"/>
          <p:cNvSpPr/>
          <p:nvPr/>
        </p:nvSpPr>
        <p:spPr>
          <a:xfrm>
            <a:off x="111600" y="116708"/>
            <a:ext cx="8920800" cy="4910100"/>
          </a:xfrm>
          <a:prstGeom prst="roundRect">
            <a:avLst>
              <a:gd fmla="val 4739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9" name="Google Shape;10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63826" y="344875"/>
            <a:ext cx="445548" cy="134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2"/>
          <p:cNvSpPr txBox="1"/>
          <p:nvPr>
            <p:ph type="title"/>
          </p:nvPr>
        </p:nvSpPr>
        <p:spPr>
          <a:xfrm>
            <a:off x="322210" y="3586800"/>
            <a:ext cx="8512500" cy="1339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317500" lvl="0" marL="0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illa con imagen">
  <p:cSld name="1_Diapositiva de título_1_1">
    <p:bg>
      <p:bgPr>
        <a:solidFill>
          <a:schemeClr val="accent1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3"/>
          <p:cNvSpPr/>
          <p:nvPr>
            <p:ph idx="2" type="pic"/>
          </p:nvPr>
        </p:nvSpPr>
        <p:spPr>
          <a:xfrm>
            <a:off x="5416150" y="894650"/>
            <a:ext cx="3393300" cy="3110700"/>
          </a:xfrm>
          <a:prstGeom prst="roundRect">
            <a:avLst>
              <a:gd fmla="val 5565" name="adj"/>
            </a:avLst>
          </a:prstGeom>
          <a:noFill/>
          <a:ln>
            <a:noFill/>
          </a:ln>
        </p:spPr>
      </p:sp>
      <p:sp>
        <p:nvSpPr>
          <p:cNvPr id="113" name="Google Shape;113;p33"/>
          <p:cNvSpPr txBox="1"/>
          <p:nvPr>
            <p:ph type="title"/>
          </p:nvPr>
        </p:nvSpPr>
        <p:spPr>
          <a:xfrm>
            <a:off x="324000" y="1158827"/>
            <a:ext cx="4065000" cy="6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0" marR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Source Serif 4"/>
              <a:buNone/>
              <a:defRPr b="1" sz="5000">
                <a:solidFill>
                  <a:schemeClr val="dk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sp>
        <p:nvSpPr>
          <p:cNvPr id="114" name="Google Shape;114;p33"/>
          <p:cNvSpPr txBox="1"/>
          <p:nvPr>
            <p:ph idx="1" type="subTitle"/>
          </p:nvPr>
        </p:nvSpPr>
        <p:spPr>
          <a:xfrm>
            <a:off x="324000" y="3418403"/>
            <a:ext cx="4102200" cy="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b="1"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15" name="Google Shape;115;p33"/>
          <p:cNvCxnSpPr/>
          <p:nvPr/>
        </p:nvCxnSpPr>
        <p:spPr>
          <a:xfrm>
            <a:off x="4903450" y="884250"/>
            <a:ext cx="0" cy="3158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16" name="Google Shape;116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4874" y="344882"/>
            <a:ext cx="722575" cy="2176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ierre">
  <p:cSld name="CUSTOM">
    <p:bg>
      <p:bgPr>
        <a:solidFill>
          <a:schemeClr val="dk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4"/>
          <p:cNvSpPr txBox="1"/>
          <p:nvPr>
            <p:ph type="title"/>
          </p:nvPr>
        </p:nvSpPr>
        <p:spPr>
          <a:xfrm>
            <a:off x="2247300" y="2317200"/>
            <a:ext cx="4649400" cy="50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Source Serif 4"/>
              <a:buNone/>
              <a:defRPr b="1" sz="3000">
                <a:solidFill>
                  <a:schemeClr val="lt1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">
  <p:cSld name="Título y objetos">
    <p:bg>
      <p:bgPr>
        <a:solidFill>
          <a:srgbClr val="F7F8F8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5"/>
          <p:cNvSpPr txBox="1"/>
          <p:nvPr>
            <p:ph type="title"/>
          </p:nvPr>
        </p:nvSpPr>
        <p:spPr>
          <a:xfrm>
            <a:off x="340725" y="800277"/>
            <a:ext cx="3418800" cy="8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Source Serif 4"/>
              <a:buNone/>
              <a:defRPr b="1" i="0" sz="3000" u="none" cap="none" strike="noStrike"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/>
        </p:txBody>
      </p:sp>
      <p:sp>
        <p:nvSpPr>
          <p:cNvPr id="121" name="Google Shape;121;p3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1pPr>
            <a:lvl2pPr lvl="1">
              <a:buNone/>
              <a:defRPr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2pPr>
            <a:lvl3pPr lvl="2">
              <a:buNone/>
              <a:defRPr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3pPr>
            <a:lvl4pPr lvl="3">
              <a:buNone/>
              <a:defRPr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4pPr>
            <a:lvl5pPr lvl="4">
              <a:buNone/>
              <a:defRPr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5pPr>
            <a:lvl6pPr lvl="5">
              <a:buNone/>
              <a:defRPr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6pPr>
            <a:lvl7pPr lvl="6">
              <a:buNone/>
              <a:defRPr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7pPr>
            <a:lvl8pPr lvl="7">
              <a:buNone/>
              <a:defRPr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8pPr>
            <a:lvl9pPr lvl="8">
              <a:buNone/>
              <a:defRPr>
                <a:solidFill>
                  <a:schemeClr val="dk2"/>
                </a:solidFill>
                <a:latin typeface="Source Serif 4"/>
                <a:ea typeface="Source Serif 4"/>
                <a:cs typeface="Source Serif 4"/>
                <a:sym typeface="Source Serif 4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7">
          <p15:clr>
            <a:srgbClr val="E46962"/>
          </p15:clr>
        </p15:guide>
        <p15:guide id="2" pos="217">
          <p15:clr>
            <a:srgbClr val="E46962"/>
          </p15:clr>
        </p15:guide>
        <p15:guide id="3" pos="529">
          <p15:clr>
            <a:srgbClr val="E46962"/>
          </p15:clr>
        </p15:guide>
        <p15:guide id="4" pos="674">
          <p15:clr>
            <a:srgbClr val="E46962"/>
          </p15:clr>
        </p15:guide>
        <p15:guide id="5" pos="986">
          <p15:clr>
            <a:srgbClr val="E46962"/>
          </p15:clr>
        </p15:guide>
        <p15:guide id="6" pos="1130">
          <p15:clr>
            <a:srgbClr val="E46962"/>
          </p15:clr>
        </p15:guide>
        <p15:guide id="7" pos="1442">
          <p15:clr>
            <a:srgbClr val="E46962"/>
          </p15:clr>
        </p15:guide>
        <p15:guide id="8" pos="1586">
          <p15:clr>
            <a:srgbClr val="E46962"/>
          </p15:clr>
        </p15:guide>
        <p15:guide id="9" pos="1898">
          <p15:clr>
            <a:srgbClr val="E46962"/>
          </p15:clr>
        </p15:guide>
        <p15:guide id="10" pos="2043">
          <p15:clr>
            <a:srgbClr val="E46962"/>
          </p15:clr>
        </p15:guide>
        <p15:guide id="11" pos="2355">
          <p15:clr>
            <a:srgbClr val="E46962"/>
          </p15:clr>
        </p15:guide>
        <p15:guide id="12" pos="2499">
          <p15:clr>
            <a:srgbClr val="E46962"/>
          </p15:clr>
        </p15:guide>
        <p15:guide id="13" pos="2811">
          <p15:clr>
            <a:srgbClr val="E46962"/>
          </p15:clr>
        </p15:guide>
        <p15:guide id="14" pos="2955">
          <p15:clr>
            <a:srgbClr val="E46962"/>
          </p15:clr>
        </p15:guide>
        <p15:guide id="15" pos="3267">
          <p15:clr>
            <a:srgbClr val="E46962"/>
          </p15:clr>
        </p15:guide>
        <p15:guide id="16" pos="3412">
          <p15:clr>
            <a:srgbClr val="E46962"/>
          </p15:clr>
        </p15:guide>
        <p15:guide id="17" pos="3724">
          <p15:clr>
            <a:srgbClr val="E46962"/>
          </p15:clr>
        </p15:guide>
        <p15:guide id="18" pos="3868">
          <p15:clr>
            <a:srgbClr val="E46962"/>
          </p15:clr>
        </p15:guide>
        <p15:guide id="19" pos="4180">
          <p15:clr>
            <a:srgbClr val="E46962"/>
          </p15:clr>
        </p15:guide>
        <p15:guide id="20" pos="4324">
          <p15:clr>
            <a:srgbClr val="E46962"/>
          </p15:clr>
        </p15:guide>
        <p15:guide id="21" pos="4637">
          <p15:clr>
            <a:srgbClr val="E46962"/>
          </p15:clr>
        </p15:guide>
        <p15:guide id="22" pos="4781">
          <p15:clr>
            <a:srgbClr val="E46962"/>
          </p15:clr>
        </p15:guide>
        <p15:guide id="23" pos="5093">
          <p15:clr>
            <a:srgbClr val="E46962"/>
          </p15:clr>
        </p15:guide>
        <p15:guide id="24" pos="5237">
          <p15:clr>
            <a:srgbClr val="E46962"/>
          </p15:clr>
        </p15:guide>
        <p15:guide id="25" orient="horz" pos="564">
          <p15:clr>
            <a:srgbClr val="E46962"/>
          </p15:clr>
        </p15:guide>
        <p15:guide id="26" orient="horz" pos="709">
          <p15:clr>
            <a:srgbClr val="E46962"/>
          </p15:clr>
        </p15:guide>
        <p15:guide id="27" orient="horz" pos="1055">
          <p15:clr>
            <a:srgbClr val="E46962"/>
          </p15:clr>
        </p15:guide>
        <p15:guide id="28" orient="horz" pos="1201">
          <p15:clr>
            <a:srgbClr val="E46962"/>
          </p15:clr>
        </p15:guide>
        <p15:guide id="29" orient="horz" pos="1547">
          <p15:clr>
            <a:srgbClr val="E46962"/>
          </p15:clr>
        </p15:guide>
        <p15:guide id="30" orient="horz" pos="1693">
          <p15:clr>
            <a:srgbClr val="E46962"/>
          </p15:clr>
        </p15:guide>
        <p15:guide id="31" orient="horz" pos="2039">
          <p15:clr>
            <a:srgbClr val="E46962"/>
          </p15:clr>
        </p15:guide>
        <p15:guide id="32" orient="horz" pos="2185">
          <p15:clr>
            <a:srgbClr val="E46962"/>
          </p15:clr>
        </p15:guide>
        <p15:guide id="33" orient="horz" pos="2531">
          <p15:clr>
            <a:srgbClr val="E46962"/>
          </p15:clr>
        </p15:guide>
        <p15:guide id="34" orient="horz" pos="2676">
          <p15:clr>
            <a:srgbClr val="E46962"/>
          </p15:clr>
        </p15:guide>
        <p15:guide id="35" orient="horz" pos="74">
          <p15:clr>
            <a:srgbClr val="E46962"/>
          </p15:clr>
        </p15:guide>
        <p15:guide id="36" pos="74">
          <p15:clr>
            <a:srgbClr val="E46962"/>
          </p15:clr>
        </p15:guide>
        <p15:guide id="37" pos="5693">
          <p15:clr>
            <a:srgbClr val="E46962"/>
          </p15:clr>
        </p15:guide>
        <p15:guide id="38" orient="horz" pos="3020">
          <p15:clr>
            <a:srgbClr val="E46962"/>
          </p15:clr>
        </p15:guide>
        <p15:guide id="39" orient="horz" pos="3167">
          <p15:clr>
            <a:srgbClr val="E46962"/>
          </p15:clr>
        </p15:guide>
        <p15:guide id="40" pos="5549">
          <p15:clr>
            <a:srgbClr val="E46962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7">
          <p15:clr>
            <a:srgbClr val="E46962"/>
          </p15:clr>
        </p15:guide>
        <p15:guide id="2" pos="217">
          <p15:clr>
            <a:srgbClr val="E46962"/>
          </p15:clr>
        </p15:guide>
        <p15:guide id="3" pos="529">
          <p15:clr>
            <a:srgbClr val="E46962"/>
          </p15:clr>
        </p15:guide>
        <p15:guide id="4" pos="674">
          <p15:clr>
            <a:srgbClr val="E46962"/>
          </p15:clr>
        </p15:guide>
        <p15:guide id="5" pos="986">
          <p15:clr>
            <a:srgbClr val="E46962"/>
          </p15:clr>
        </p15:guide>
        <p15:guide id="6" pos="1130">
          <p15:clr>
            <a:srgbClr val="E46962"/>
          </p15:clr>
        </p15:guide>
        <p15:guide id="7" pos="1442">
          <p15:clr>
            <a:srgbClr val="E46962"/>
          </p15:clr>
        </p15:guide>
        <p15:guide id="8" pos="1586">
          <p15:clr>
            <a:srgbClr val="E46962"/>
          </p15:clr>
        </p15:guide>
        <p15:guide id="9" pos="1898">
          <p15:clr>
            <a:srgbClr val="E46962"/>
          </p15:clr>
        </p15:guide>
        <p15:guide id="10" pos="2043">
          <p15:clr>
            <a:srgbClr val="E46962"/>
          </p15:clr>
        </p15:guide>
        <p15:guide id="11" pos="2355">
          <p15:clr>
            <a:srgbClr val="E46962"/>
          </p15:clr>
        </p15:guide>
        <p15:guide id="12" pos="2499">
          <p15:clr>
            <a:srgbClr val="E46962"/>
          </p15:clr>
        </p15:guide>
        <p15:guide id="13" pos="2811">
          <p15:clr>
            <a:srgbClr val="E46962"/>
          </p15:clr>
        </p15:guide>
        <p15:guide id="14" pos="2955">
          <p15:clr>
            <a:srgbClr val="E46962"/>
          </p15:clr>
        </p15:guide>
        <p15:guide id="15" pos="3267">
          <p15:clr>
            <a:srgbClr val="E46962"/>
          </p15:clr>
        </p15:guide>
        <p15:guide id="16" pos="3412">
          <p15:clr>
            <a:srgbClr val="E46962"/>
          </p15:clr>
        </p15:guide>
        <p15:guide id="17" pos="3724">
          <p15:clr>
            <a:srgbClr val="E46962"/>
          </p15:clr>
        </p15:guide>
        <p15:guide id="18" pos="3868">
          <p15:clr>
            <a:srgbClr val="E46962"/>
          </p15:clr>
        </p15:guide>
        <p15:guide id="19" pos="4180">
          <p15:clr>
            <a:srgbClr val="E46962"/>
          </p15:clr>
        </p15:guide>
        <p15:guide id="20" pos="4324">
          <p15:clr>
            <a:srgbClr val="E46962"/>
          </p15:clr>
        </p15:guide>
        <p15:guide id="21" pos="4637">
          <p15:clr>
            <a:srgbClr val="E46962"/>
          </p15:clr>
        </p15:guide>
        <p15:guide id="22" pos="4781">
          <p15:clr>
            <a:srgbClr val="E46962"/>
          </p15:clr>
        </p15:guide>
        <p15:guide id="23" pos="5093">
          <p15:clr>
            <a:srgbClr val="E46962"/>
          </p15:clr>
        </p15:guide>
        <p15:guide id="24" pos="5237">
          <p15:clr>
            <a:srgbClr val="E46962"/>
          </p15:clr>
        </p15:guide>
        <p15:guide id="25" orient="horz" pos="564">
          <p15:clr>
            <a:srgbClr val="E46962"/>
          </p15:clr>
        </p15:guide>
        <p15:guide id="26" orient="horz" pos="709">
          <p15:clr>
            <a:srgbClr val="E46962"/>
          </p15:clr>
        </p15:guide>
        <p15:guide id="27" orient="horz" pos="1055">
          <p15:clr>
            <a:srgbClr val="E46962"/>
          </p15:clr>
        </p15:guide>
        <p15:guide id="28" orient="horz" pos="1201">
          <p15:clr>
            <a:srgbClr val="E46962"/>
          </p15:clr>
        </p15:guide>
        <p15:guide id="29" orient="horz" pos="1547">
          <p15:clr>
            <a:srgbClr val="E46962"/>
          </p15:clr>
        </p15:guide>
        <p15:guide id="30" orient="horz" pos="1693">
          <p15:clr>
            <a:srgbClr val="E46962"/>
          </p15:clr>
        </p15:guide>
        <p15:guide id="31" orient="horz" pos="2039">
          <p15:clr>
            <a:srgbClr val="E46962"/>
          </p15:clr>
        </p15:guide>
        <p15:guide id="32" orient="horz" pos="2185">
          <p15:clr>
            <a:srgbClr val="E46962"/>
          </p15:clr>
        </p15:guide>
        <p15:guide id="33" orient="horz" pos="2531">
          <p15:clr>
            <a:srgbClr val="E46962"/>
          </p15:clr>
        </p15:guide>
        <p15:guide id="34" orient="horz" pos="2676">
          <p15:clr>
            <a:srgbClr val="E46962"/>
          </p15:clr>
        </p15:guide>
        <p15:guide id="35" orient="horz" pos="74">
          <p15:clr>
            <a:srgbClr val="E46962"/>
          </p15:clr>
        </p15:guide>
        <p15:guide id="36" pos="74">
          <p15:clr>
            <a:srgbClr val="E46962"/>
          </p15:clr>
        </p15:guide>
        <p15:guide id="37" pos="5693">
          <p15:clr>
            <a:srgbClr val="E46962"/>
          </p15:clr>
        </p15:guide>
        <p15:guide id="38" orient="horz" pos="3020">
          <p15:clr>
            <a:srgbClr val="E46962"/>
          </p15:clr>
        </p15:guide>
        <p15:guide id="39" orient="horz" pos="3167">
          <p15:clr>
            <a:srgbClr val="E46962"/>
          </p15:clr>
        </p15:guide>
        <p15:guide id="40" pos="5549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6"/>
          <p:cNvSpPr txBox="1"/>
          <p:nvPr>
            <p:ph type="title"/>
          </p:nvPr>
        </p:nvSpPr>
        <p:spPr>
          <a:xfrm>
            <a:off x="334525" y="2139601"/>
            <a:ext cx="5681100" cy="200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00"/>
              <a:buFont typeface="Arial"/>
              <a:buNone/>
            </a:pPr>
            <a:r>
              <a:rPr lang="es" sz="6200">
                <a:solidFill>
                  <a:schemeClr val="lt2"/>
                </a:solidFill>
              </a:rPr>
              <a:t>Seguimiento</a:t>
            </a:r>
            <a:r>
              <a:rPr lang="es" sz="6200">
                <a:solidFill>
                  <a:schemeClr val="lt2"/>
                </a:solidFill>
              </a:rPr>
              <a:t> incidencias</a:t>
            </a:r>
            <a:endParaRPr sz="6200"/>
          </a:p>
        </p:txBody>
      </p:sp>
      <p:sp>
        <p:nvSpPr>
          <p:cNvPr id="127" name="Google Shape;127;p36"/>
          <p:cNvSpPr txBox="1"/>
          <p:nvPr>
            <p:ph idx="1" type="subTitle"/>
          </p:nvPr>
        </p:nvSpPr>
        <p:spPr>
          <a:xfrm>
            <a:off x="348425" y="1798700"/>
            <a:ext cx="4421700" cy="27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KPIs, evolución y análisis del periodo</a:t>
            </a:r>
            <a:endParaRPr/>
          </a:p>
        </p:txBody>
      </p:sp>
      <p:pic>
        <p:nvPicPr>
          <p:cNvPr id="128" name="Google Shape;128;p36" title="graphic-glass.png"/>
          <p:cNvPicPr preferRelativeResize="0"/>
          <p:nvPr/>
        </p:nvPicPr>
        <p:blipFill rotWithShape="1">
          <a:blip r:embed="rId3">
            <a:alphaModFix/>
          </a:blip>
          <a:srcRect b="9549" l="10790" r="8139" t="4886"/>
          <a:stretch/>
        </p:blipFill>
        <p:spPr>
          <a:xfrm>
            <a:off x="6003250" y="1675450"/>
            <a:ext cx="2806125" cy="2961724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6"/>
          <p:cNvSpPr/>
          <p:nvPr/>
        </p:nvSpPr>
        <p:spPr>
          <a:xfrm>
            <a:off x="391950" y="3864700"/>
            <a:ext cx="2772600" cy="289800"/>
          </a:xfrm>
          <a:prstGeom prst="roundRect">
            <a:avLst>
              <a:gd fmla="val 50000" name="adj"/>
            </a:avLst>
          </a:prstGeom>
          <a:solidFill>
            <a:srgbClr val="F9E87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01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rPr>
              <a:t>Periodo dd/mm - dd/mm 2026 </a:t>
            </a:r>
            <a:endParaRPr sz="101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7"/>
          <p:cNvSpPr/>
          <p:nvPr/>
        </p:nvSpPr>
        <p:spPr>
          <a:xfrm>
            <a:off x="348300" y="278925"/>
            <a:ext cx="8460900" cy="4520100"/>
          </a:xfrm>
          <a:prstGeom prst="roundRect">
            <a:avLst>
              <a:gd fmla="val 4831" name="adj"/>
            </a:avLst>
          </a:prstGeom>
          <a:solidFill>
            <a:srgbClr val="0013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37"/>
          <p:cNvSpPr txBox="1"/>
          <p:nvPr/>
        </p:nvSpPr>
        <p:spPr>
          <a:xfrm>
            <a:off x="714725" y="2240850"/>
            <a:ext cx="7591200" cy="12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Dashboard de KPIs</a:t>
            </a:r>
            <a:endParaRPr b="1" sz="2000">
              <a:solidFill>
                <a:schemeClr val="accent6"/>
              </a:solidFill>
              <a:latin typeface="Source Serif 4"/>
              <a:ea typeface="Source Serif 4"/>
              <a:cs typeface="Source Serif 4"/>
              <a:sym typeface="Source Serif 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8"/>
          <p:cNvSpPr/>
          <p:nvPr/>
        </p:nvSpPr>
        <p:spPr>
          <a:xfrm>
            <a:off x="241450" y="2048250"/>
            <a:ext cx="4295700" cy="2788500"/>
          </a:xfrm>
          <a:prstGeom prst="roundRect">
            <a:avLst>
              <a:gd fmla="val 4329" name="adj"/>
            </a:avLst>
          </a:prstGeom>
          <a:solidFill>
            <a:srgbClr val="ECF7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18000" spcFirstLastPara="1" rIns="18000" wrap="square" tIns="90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Resumen quincenal</a:t>
            </a:r>
            <a:endParaRPr b="1" sz="12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1" name="Google Shape;141;p38"/>
          <p:cNvSpPr/>
          <p:nvPr/>
        </p:nvSpPr>
        <p:spPr>
          <a:xfrm>
            <a:off x="241450" y="594150"/>
            <a:ext cx="8568000" cy="1293300"/>
          </a:xfrm>
          <a:prstGeom prst="roundRect">
            <a:avLst>
              <a:gd fmla="val 4329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18000" spcFirstLastPara="1" rIns="18000" wrap="square" tIns="90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>
                <a:solidFill>
                  <a:srgbClr val="04137B"/>
                </a:solidFill>
                <a:latin typeface="Lato"/>
                <a:ea typeface="Lato"/>
                <a:cs typeface="Lato"/>
                <a:sym typeface="Lato"/>
              </a:rPr>
              <a:t>Incidencias abiertas por criticidad</a:t>
            </a:r>
            <a:endParaRPr b="1" sz="12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2" name="Google Shape;142;p38"/>
          <p:cNvSpPr txBox="1"/>
          <p:nvPr/>
        </p:nvSpPr>
        <p:spPr>
          <a:xfrm>
            <a:off x="241450" y="83550"/>
            <a:ext cx="8902500" cy="49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200">
                <a:solidFill>
                  <a:srgbClr val="04138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Seguimiento de incidencias - Resumen ejecutivo</a:t>
            </a:r>
            <a:endParaRPr b="1" sz="2200">
              <a:solidFill>
                <a:srgbClr val="04138B"/>
              </a:solidFill>
              <a:latin typeface="Source Serif 4"/>
              <a:ea typeface="Source Serif 4"/>
              <a:cs typeface="Source Serif 4"/>
              <a:sym typeface="Source Serif 4"/>
            </a:endParaRPr>
          </a:p>
        </p:txBody>
      </p:sp>
      <p:sp>
        <p:nvSpPr>
          <p:cNvPr id="143" name="Google Shape;143;p38"/>
          <p:cNvSpPr/>
          <p:nvPr/>
        </p:nvSpPr>
        <p:spPr>
          <a:xfrm>
            <a:off x="414300" y="1038974"/>
            <a:ext cx="2629800" cy="756000"/>
          </a:xfrm>
          <a:prstGeom prst="roundRect">
            <a:avLst>
              <a:gd fmla="val 18197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t" bIns="180000" lIns="72000" spcFirstLastPara="1" rIns="36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30</a:t>
            </a:r>
            <a:br>
              <a:rPr b="1" lang="es" sz="3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b="1" lang="es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INCIDENCIAS ABIERTAS EN TOTAL</a:t>
            </a:r>
            <a:endParaRPr b="1"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4" name="Google Shape;144;p38"/>
          <p:cNvSpPr/>
          <p:nvPr/>
        </p:nvSpPr>
        <p:spPr>
          <a:xfrm>
            <a:off x="3210563" y="1039068"/>
            <a:ext cx="2629800" cy="756000"/>
          </a:xfrm>
          <a:prstGeom prst="roundRect">
            <a:avLst>
              <a:gd fmla="val 18197" name="adj"/>
            </a:avLst>
          </a:prstGeom>
          <a:solidFill>
            <a:srgbClr val="FDB7B7">
              <a:alpha val="27669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08000" spcFirstLastPara="1" rIns="108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5</a:t>
            </a:r>
            <a:r>
              <a:rPr b="1" lang="es" sz="26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br>
              <a:rPr b="1" lang="es" sz="26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INCIDENCIAS MAESTRAS</a:t>
            </a:r>
            <a:endParaRPr b="1" sz="1200">
              <a:solidFill>
                <a:srgbClr val="04138B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5" name="Google Shape;145;p38"/>
          <p:cNvSpPr/>
          <p:nvPr/>
        </p:nvSpPr>
        <p:spPr>
          <a:xfrm>
            <a:off x="6006825" y="1039068"/>
            <a:ext cx="2629800" cy="756000"/>
          </a:xfrm>
          <a:prstGeom prst="roundRect">
            <a:avLst>
              <a:gd fmla="val 18197" name="adj"/>
            </a:avLst>
          </a:prstGeom>
          <a:solidFill>
            <a:srgbClr val="F9E876">
              <a:alpha val="4557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08000" spcFirstLastPara="1" rIns="108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25 </a:t>
            </a:r>
            <a:br>
              <a:rPr b="1" lang="es" sz="3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OTRAS INCIDENCIAS</a:t>
            </a:r>
            <a:endParaRPr b="1" sz="1200">
              <a:solidFill>
                <a:srgbClr val="04138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t/>
            </a:r>
            <a:endParaRPr b="1" sz="12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6" name="Google Shape;146;p38" title="info-glass-XXL.png">
            <a:hlinkClick/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7683" y="1099891"/>
            <a:ext cx="170900" cy="16332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8">
            <a:hlinkClick/>
          </p:cNvPr>
          <p:cNvSpPr txBox="1"/>
          <p:nvPr/>
        </p:nvSpPr>
        <p:spPr>
          <a:xfrm>
            <a:off x="5036332" y="1141193"/>
            <a:ext cx="926100" cy="1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>
                <a:solidFill>
                  <a:schemeClr val="hlink"/>
                </a:solidFill>
                <a:uFill>
                  <a:noFill/>
                </a:uFill>
                <a:latin typeface="Source Serif 4"/>
                <a:ea typeface="Source Serif 4"/>
                <a:cs typeface="Source Serif 4"/>
                <a:sym typeface="Source Serif 4"/>
                <a:hlinkClick/>
              </a:rPr>
              <a:t>Ver detalle</a:t>
            </a:r>
            <a:endParaRPr sz="1000">
              <a:solidFill>
                <a:srgbClr val="001391"/>
              </a:solidFill>
            </a:endParaRPr>
          </a:p>
        </p:txBody>
      </p:sp>
      <p:sp>
        <p:nvSpPr>
          <p:cNvPr id="148" name="Google Shape;148;p38"/>
          <p:cNvSpPr/>
          <p:nvPr/>
        </p:nvSpPr>
        <p:spPr>
          <a:xfrm>
            <a:off x="369250" y="3248651"/>
            <a:ext cx="3994500" cy="665400"/>
          </a:xfrm>
          <a:prstGeom prst="roundRect">
            <a:avLst>
              <a:gd fmla="val 18197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72000" spcFirstLastPara="1" rIns="0" wrap="square" tIns="720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3 </a:t>
            </a:r>
            <a:r>
              <a:rPr b="1" lang="es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INCIDENCIAS CERRADAS</a:t>
            </a:r>
            <a:endParaRPr b="1" sz="12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9" name="Google Shape;149;p38"/>
          <p:cNvSpPr txBox="1"/>
          <p:nvPr/>
        </p:nvSpPr>
        <p:spPr>
          <a:xfrm>
            <a:off x="2566722" y="3291047"/>
            <a:ext cx="481800" cy="2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rPr>
              <a:t>38%</a:t>
            </a:r>
            <a:endParaRPr sz="1100">
              <a:solidFill>
                <a:srgbClr val="38761D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0" name="Google Shape;150;p38"/>
          <p:cNvSpPr/>
          <p:nvPr/>
        </p:nvSpPr>
        <p:spPr>
          <a:xfrm rot="10800000">
            <a:off x="2515116" y="3423993"/>
            <a:ext cx="109500" cy="90000"/>
          </a:xfrm>
          <a:prstGeom prst="triangle">
            <a:avLst>
              <a:gd fmla="val 5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38"/>
          <p:cNvSpPr/>
          <p:nvPr/>
        </p:nvSpPr>
        <p:spPr>
          <a:xfrm>
            <a:off x="369250" y="4049301"/>
            <a:ext cx="3994500" cy="665400"/>
          </a:xfrm>
          <a:prstGeom prst="roundRect">
            <a:avLst>
              <a:gd fmla="val 18197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72000" spcFirstLastPara="1" rIns="0" wrap="square" tIns="720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4 </a:t>
            </a:r>
            <a:r>
              <a:rPr b="1" lang="es" sz="12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rPr>
              <a:t>DÍAS DE RESOLUCIÓN </a:t>
            </a:r>
            <a:r>
              <a:rPr i="1" lang="es" sz="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rPr>
              <a:t>(EN PROMEDIO)</a:t>
            </a:r>
            <a:endParaRPr i="1" sz="8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2" name="Google Shape;152;p38"/>
          <p:cNvSpPr txBox="1"/>
          <p:nvPr/>
        </p:nvSpPr>
        <p:spPr>
          <a:xfrm>
            <a:off x="3088685" y="4143052"/>
            <a:ext cx="481800" cy="2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rPr>
              <a:t>38%</a:t>
            </a:r>
            <a:endParaRPr sz="1100">
              <a:solidFill>
                <a:srgbClr val="38761D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3" name="Google Shape;153;p38"/>
          <p:cNvSpPr/>
          <p:nvPr/>
        </p:nvSpPr>
        <p:spPr>
          <a:xfrm rot="10800000">
            <a:off x="3037079" y="4275999"/>
            <a:ext cx="109500" cy="90000"/>
          </a:xfrm>
          <a:prstGeom prst="triangle">
            <a:avLst>
              <a:gd fmla="val 50000" name="adj"/>
            </a:avLst>
          </a:prstGeom>
          <a:solidFill>
            <a:srgbClr val="38761D"/>
          </a:solidFill>
          <a:ln cap="flat" cmpd="sng" w="9525">
            <a:solidFill>
              <a:srgbClr val="3876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38"/>
          <p:cNvSpPr/>
          <p:nvPr/>
        </p:nvSpPr>
        <p:spPr>
          <a:xfrm>
            <a:off x="369250" y="2448001"/>
            <a:ext cx="3994500" cy="665400"/>
          </a:xfrm>
          <a:prstGeom prst="roundRect">
            <a:avLst>
              <a:gd fmla="val 18197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72000" spcFirstLastPara="1" rIns="0" wrap="square" tIns="720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6 </a:t>
            </a:r>
            <a:r>
              <a:rPr b="1" lang="es" sz="12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rPr>
              <a:t>NUEVAS INCIDENCIAS</a:t>
            </a:r>
            <a:endParaRPr b="1" sz="12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5" name="Google Shape;155;p38"/>
          <p:cNvSpPr/>
          <p:nvPr/>
        </p:nvSpPr>
        <p:spPr>
          <a:xfrm>
            <a:off x="2903031" y="2499601"/>
            <a:ext cx="1540800" cy="56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90000" spcFirstLastPara="1" rIns="90000" wrap="square" tIns="18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ANTES</a:t>
            </a:r>
            <a:r>
              <a:rPr lang="es" sz="1200">
                <a:solidFill>
                  <a:srgbClr val="04138B"/>
                </a:solidFill>
                <a:latin typeface="Lato Light"/>
                <a:ea typeface="Lato Light"/>
                <a:cs typeface="Lato Light"/>
                <a:sym typeface="Lato Light"/>
              </a:rPr>
              <a:t>: 2</a:t>
            </a:r>
            <a:endParaRPr sz="1200">
              <a:solidFill>
                <a:srgbClr val="04138B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AHORA</a:t>
            </a:r>
            <a:r>
              <a:rPr lang="es" sz="1200">
                <a:solidFill>
                  <a:srgbClr val="04138B"/>
                </a:solidFill>
                <a:latin typeface="Lato Light"/>
                <a:ea typeface="Lato Light"/>
                <a:cs typeface="Lato Light"/>
                <a:sym typeface="Lato Light"/>
              </a:rPr>
              <a:t>: 5            </a:t>
            </a:r>
            <a:endParaRPr sz="1200">
              <a:solidFill>
                <a:srgbClr val="04138B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ACUMULADO</a:t>
            </a:r>
            <a:r>
              <a:rPr lang="es" sz="1200">
                <a:solidFill>
                  <a:srgbClr val="04138B"/>
                </a:solidFill>
                <a:latin typeface="Lato Light"/>
                <a:ea typeface="Lato Light"/>
                <a:cs typeface="Lato Light"/>
                <a:sym typeface="Lato Light"/>
              </a:rPr>
              <a:t>: 5</a:t>
            </a:r>
            <a:endParaRPr sz="1200">
              <a:solidFill>
                <a:srgbClr val="001391"/>
              </a:solidFill>
              <a:latin typeface="Source Serif 4 Black"/>
              <a:ea typeface="Source Serif 4 Black"/>
              <a:cs typeface="Source Serif 4 Black"/>
              <a:sym typeface="Source Serif 4 Black"/>
            </a:endParaRPr>
          </a:p>
        </p:txBody>
      </p:sp>
      <p:cxnSp>
        <p:nvCxnSpPr>
          <p:cNvPr id="156" name="Google Shape;156;p38"/>
          <p:cNvCxnSpPr/>
          <p:nvPr/>
        </p:nvCxnSpPr>
        <p:spPr>
          <a:xfrm>
            <a:off x="2909050" y="2511001"/>
            <a:ext cx="0" cy="539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7" name="Google Shape;157;p38"/>
          <p:cNvSpPr/>
          <p:nvPr/>
        </p:nvSpPr>
        <p:spPr>
          <a:xfrm>
            <a:off x="2344951" y="2577705"/>
            <a:ext cx="109500" cy="90000"/>
          </a:xfrm>
          <a:prstGeom prst="triangle">
            <a:avLst>
              <a:gd fmla="val 50000" name="adj"/>
            </a:avLst>
          </a:prstGeom>
          <a:solidFill>
            <a:srgbClr val="CB35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38"/>
          <p:cNvSpPr txBox="1"/>
          <p:nvPr/>
        </p:nvSpPr>
        <p:spPr>
          <a:xfrm>
            <a:off x="2408501" y="2444758"/>
            <a:ext cx="481800" cy="2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rgbClr val="CB353A"/>
                </a:solidFill>
                <a:latin typeface="Lato"/>
                <a:ea typeface="Lato"/>
                <a:cs typeface="Lato"/>
                <a:sym typeface="Lato"/>
              </a:rPr>
              <a:t>21%</a:t>
            </a:r>
            <a:endParaRPr sz="1100">
              <a:solidFill>
                <a:srgbClr val="CB353A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59" name="Google Shape;159;p38"/>
          <p:cNvPicPr preferRelativeResize="0"/>
          <p:nvPr/>
        </p:nvPicPr>
        <p:blipFill rotWithShape="1">
          <a:blip r:embed="rId4">
            <a:alphaModFix/>
          </a:blip>
          <a:srcRect b="7104" l="3577" r="34530" t="19431"/>
          <a:stretch/>
        </p:blipFill>
        <p:spPr>
          <a:xfrm>
            <a:off x="4827675" y="2048372"/>
            <a:ext cx="3994500" cy="2788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9"/>
          <p:cNvSpPr/>
          <p:nvPr/>
        </p:nvSpPr>
        <p:spPr>
          <a:xfrm>
            <a:off x="241450" y="2048250"/>
            <a:ext cx="4295700" cy="2788500"/>
          </a:xfrm>
          <a:prstGeom prst="roundRect">
            <a:avLst>
              <a:gd fmla="val 4329" name="adj"/>
            </a:avLst>
          </a:prstGeom>
          <a:solidFill>
            <a:srgbClr val="ECF7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18000" spcFirstLastPara="1" rIns="18000" wrap="square" tIns="90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Resumen quincenal</a:t>
            </a:r>
            <a:endParaRPr b="1" sz="12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5" name="Google Shape;165;p39"/>
          <p:cNvSpPr/>
          <p:nvPr/>
        </p:nvSpPr>
        <p:spPr>
          <a:xfrm>
            <a:off x="241450" y="594150"/>
            <a:ext cx="8568000" cy="1293300"/>
          </a:xfrm>
          <a:prstGeom prst="roundRect">
            <a:avLst>
              <a:gd fmla="val 4329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18000" spcFirstLastPara="1" rIns="18000" wrap="square" tIns="90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>
                <a:solidFill>
                  <a:srgbClr val="04137B"/>
                </a:solidFill>
                <a:latin typeface="Lato"/>
                <a:ea typeface="Lato"/>
                <a:cs typeface="Lato"/>
                <a:sym typeface="Lato"/>
              </a:rPr>
              <a:t>Incidencias abiertas por criticidad</a:t>
            </a:r>
            <a:endParaRPr b="1" sz="12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6" name="Google Shape;166;p39"/>
          <p:cNvSpPr txBox="1"/>
          <p:nvPr/>
        </p:nvSpPr>
        <p:spPr>
          <a:xfrm>
            <a:off x="241450" y="83550"/>
            <a:ext cx="8902500" cy="49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200">
                <a:solidFill>
                  <a:srgbClr val="04138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Seguimiento de incidencias - SENDA</a:t>
            </a:r>
            <a:endParaRPr b="1" sz="2200">
              <a:solidFill>
                <a:srgbClr val="04138B"/>
              </a:solidFill>
              <a:latin typeface="Source Serif 4"/>
              <a:ea typeface="Source Serif 4"/>
              <a:cs typeface="Source Serif 4"/>
              <a:sym typeface="Source Serif 4"/>
            </a:endParaRPr>
          </a:p>
        </p:txBody>
      </p:sp>
      <p:sp>
        <p:nvSpPr>
          <p:cNvPr id="167" name="Google Shape;167;p39"/>
          <p:cNvSpPr/>
          <p:nvPr/>
        </p:nvSpPr>
        <p:spPr>
          <a:xfrm>
            <a:off x="414300" y="1038974"/>
            <a:ext cx="2629800" cy="756000"/>
          </a:xfrm>
          <a:prstGeom prst="roundRect">
            <a:avLst>
              <a:gd fmla="val 18197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t" bIns="180000" lIns="72000" spcFirstLastPara="1" rIns="36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11</a:t>
            </a:r>
            <a:br>
              <a:rPr b="1" lang="es" sz="3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b="1" lang="es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INCIDENCIAS ABIERTAS EN TOTAL</a:t>
            </a:r>
            <a:endParaRPr b="1"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8" name="Google Shape;168;p39"/>
          <p:cNvSpPr/>
          <p:nvPr/>
        </p:nvSpPr>
        <p:spPr>
          <a:xfrm>
            <a:off x="3210563" y="1039068"/>
            <a:ext cx="2629800" cy="756000"/>
          </a:xfrm>
          <a:prstGeom prst="roundRect">
            <a:avLst>
              <a:gd fmla="val 18197" name="adj"/>
            </a:avLst>
          </a:prstGeom>
          <a:solidFill>
            <a:srgbClr val="FDB7B7">
              <a:alpha val="27669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08000" spcFirstLastPara="1" rIns="108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3</a:t>
            </a:r>
            <a:r>
              <a:rPr b="1" lang="es" sz="26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br>
              <a:rPr b="1" lang="es" sz="26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INCIDENCIAS MAESTRAS</a:t>
            </a:r>
            <a:endParaRPr b="1" sz="1200">
              <a:solidFill>
                <a:srgbClr val="04138B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9" name="Google Shape;169;p39"/>
          <p:cNvSpPr/>
          <p:nvPr/>
        </p:nvSpPr>
        <p:spPr>
          <a:xfrm>
            <a:off x="6006825" y="1039068"/>
            <a:ext cx="2629800" cy="756000"/>
          </a:xfrm>
          <a:prstGeom prst="roundRect">
            <a:avLst>
              <a:gd fmla="val 18197" name="adj"/>
            </a:avLst>
          </a:prstGeom>
          <a:solidFill>
            <a:srgbClr val="F9E876">
              <a:alpha val="4557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08000" spcFirstLastPara="1" rIns="108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8</a:t>
            </a:r>
            <a:r>
              <a:rPr b="1" lang="es" sz="3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br>
              <a:rPr b="1" lang="es" sz="3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OTRAS INCIDENCIAS</a:t>
            </a:r>
            <a:endParaRPr b="1" sz="1200">
              <a:solidFill>
                <a:srgbClr val="04138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t/>
            </a:r>
            <a:endParaRPr b="1" sz="12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70" name="Google Shape;170;p39" title="info-glass-XXL.png">
            <a:hlinkClick/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7683" y="1099891"/>
            <a:ext cx="170900" cy="163325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39">
            <a:hlinkClick/>
          </p:cNvPr>
          <p:cNvSpPr txBox="1"/>
          <p:nvPr/>
        </p:nvSpPr>
        <p:spPr>
          <a:xfrm>
            <a:off x="5036332" y="1141193"/>
            <a:ext cx="926100" cy="1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>
                <a:solidFill>
                  <a:schemeClr val="hlink"/>
                </a:solidFill>
                <a:uFill>
                  <a:noFill/>
                </a:uFill>
                <a:latin typeface="Source Serif 4"/>
                <a:ea typeface="Source Serif 4"/>
                <a:cs typeface="Source Serif 4"/>
                <a:sym typeface="Source Serif 4"/>
                <a:hlinkClick/>
              </a:rPr>
              <a:t>Ver detalle</a:t>
            </a:r>
            <a:endParaRPr sz="1000">
              <a:solidFill>
                <a:srgbClr val="001391"/>
              </a:solidFill>
            </a:endParaRPr>
          </a:p>
        </p:txBody>
      </p:sp>
      <p:sp>
        <p:nvSpPr>
          <p:cNvPr id="172" name="Google Shape;172;p39"/>
          <p:cNvSpPr/>
          <p:nvPr/>
        </p:nvSpPr>
        <p:spPr>
          <a:xfrm>
            <a:off x="369250" y="3248651"/>
            <a:ext cx="3994500" cy="665400"/>
          </a:xfrm>
          <a:prstGeom prst="roundRect">
            <a:avLst>
              <a:gd fmla="val 18197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72000" spcFirstLastPara="1" rIns="0" wrap="square" tIns="720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1" lang="es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INCIDENCIA CERRADA</a:t>
            </a:r>
            <a:endParaRPr b="1" sz="12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3" name="Google Shape;173;p39"/>
          <p:cNvSpPr txBox="1"/>
          <p:nvPr/>
        </p:nvSpPr>
        <p:spPr>
          <a:xfrm>
            <a:off x="2566722" y="3291047"/>
            <a:ext cx="481800" cy="2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rPr>
              <a:t>38%</a:t>
            </a:r>
            <a:endParaRPr sz="1100">
              <a:solidFill>
                <a:srgbClr val="38761D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4" name="Google Shape;174;p39"/>
          <p:cNvSpPr/>
          <p:nvPr/>
        </p:nvSpPr>
        <p:spPr>
          <a:xfrm rot="10800000">
            <a:off x="2515116" y="3423993"/>
            <a:ext cx="109500" cy="90000"/>
          </a:xfrm>
          <a:prstGeom prst="triangle">
            <a:avLst>
              <a:gd fmla="val 5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39"/>
          <p:cNvSpPr/>
          <p:nvPr/>
        </p:nvSpPr>
        <p:spPr>
          <a:xfrm>
            <a:off x="369250" y="4049301"/>
            <a:ext cx="3994500" cy="665400"/>
          </a:xfrm>
          <a:prstGeom prst="roundRect">
            <a:avLst>
              <a:gd fmla="val 18197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72000" spcFirstLastPara="1" rIns="0" wrap="square" tIns="720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3</a:t>
            </a: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1" lang="es" sz="12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rPr>
              <a:t>DÍAS DE RESOLUCIÓN </a:t>
            </a:r>
            <a:r>
              <a:rPr i="1" lang="es" sz="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rPr>
              <a:t>(EN PROMEDIO)</a:t>
            </a:r>
            <a:endParaRPr i="1" sz="8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6" name="Google Shape;176;p39"/>
          <p:cNvSpPr txBox="1"/>
          <p:nvPr/>
        </p:nvSpPr>
        <p:spPr>
          <a:xfrm>
            <a:off x="3088685" y="4143052"/>
            <a:ext cx="481800" cy="2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rPr>
              <a:t>38%</a:t>
            </a:r>
            <a:endParaRPr sz="1100">
              <a:solidFill>
                <a:srgbClr val="38761D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7" name="Google Shape;177;p39"/>
          <p:cNvSpPr/>
          <p:nvPr/>
        </p:nvSpPr>
        <p:spPr>
          <a:xfrm rot="10800000">
            <a:off x="3037079" y="4275999"/>
            <a:ext cx="109500" cy="90000"/>
          </a:xfrm>
          <a:prstGeom prst="triangle">
            <a:avLst>
              <a:gd fmla="val 50000" name="adj"/>
            </a:avLst>
          </a:prstGeom>
          <a:solidFill>
            <a:srgbClr val="38761D"/>
          </a:solidFill>
          <a:ln cap="flat" cmpd="sng" w="9525">
            <a:solidFill>
              <a:srgbClr val="3876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39"/>
          <p:cNvSpPr/>
          <p:nvPr/>
        </p:nvSpPr>
        <p:spPr>
          <a:xfrm>
            <a:off x="369250" y="2448001"/>
            <a:ext cx="3994500" cy="665400"/>
          </a:xfrm>
          <a:prstGeom prst="roundRect">
            <a:avLst>
              <a:gd fmla="val 18197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72000" spcFirstLastPara="1" rIns="0" wrap="square" tIns="720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1" lang="es" sz="12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rPr>
              <a:t>NUEVAS INCIDENCIAS</a:t>
            </a:r>
            <a:endParaRPr b="1" sz="12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9" name="Google Shape;179;p39"/>
          <p:cNvSpPr/>
          <p:nvPr/>
        </p:nvSpPr>
        <p:spPr>
          <a:xfrm>
            <a:off x="2903031" y="2499601"/>
            <a:ext cx="1540800" cy="56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90000" spcFirstLastPara="1" rIns="90000" wrap="square" tIns="18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ANTES</a:t>
            </a:r>
            <a:r>
              <a:rPr lang="es" sz="1200">
                <a:solidFill>
                  <a:srgbClr val="04138B"/>
                </a:solidFill>
                <a:latin typeface="Lato Light"/>
                <a:ea typeface="Lato Light"/>
                <a:cs typeface="Lato Light"/>
                <a:sym typeface="Lato Light"/>
              </a:rPr>
              <a:t>: 2</a:t>
            </a:r>
            <a:endParaRPr sz="1200">
              <a:solidFill>
                <a:srgbClr val="04138B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AHORA</a:t>
            </a:r>
            <a:r>
              <a:rPr lang="es" sz="1200">
                <a:solidFill>
                  <a:srgbClr val="04138B"/>
                </a:solidFill>
                <a:latin typeface="Lato Light"/>
                <a:ea typeface="Lato Light"/>
                <a:cs typeface="Lato Light"/>
                <a:sym typeface="Lato Light"/>
              </a:rPr>
              <a:t>: 5            </a:t>
            </a:r>
            <a:endParaRPr sz="1200">
              <a:solidFill>
                <a:srgbClr val="04138B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ACUMULADO</a:t>
            </a:r>
            <a:r>
              <a:rPr lang="es" sz="1200">
                <a:solidFill>
                  <a:srgbClr val="04138B"/>
                </a:solidFill>
                <a:latin typeface="Lato Light"/>
                <a:ea typeface="Lato Light"/>
                <a:cs typeface="Lato Light"/>
                <a:sym typeface="Lato Light"/>
              </a:rPr>
              <a:t>: </a:t>
            </a:r>
            <a:r>
              <a:rPr lang="es" sz="1200">
                <a:solidFill>
                  <a:srgbClr val="04138B"/>
                </a:solidFill>
                <a:latin typeface="Lato Light"/>
                <a:ea typeface="Lato Light"/>
                <a:cs typeface="Lato Light"/>
                <a:sym typeface="Lato Light"/>
              </a:rPr>
              <a:t>5</a:t>
            </a:r>
            <a:endParaRPr sz="1200">
              <a:solidFill>
                <a:srgbClr val="001391"/>
              </a:solidFill>
              <a:latin typeface="Source Serif 4 Black"/>
              <a:ea typeface="Source Serif 4 Black"/>
              <a:cs typeface="Source Serif 4 Black"/>
              <a:sym typeface="Source Serif 4 Black"/>
            </a:endParaRPr>
          </a:p>
        </p:txBody>
      </p:sp>
      <p:cxnSp>
        <p:nvCxnSpPr>
          <p:cNvPr id="180" name="Google Shape;180;p39"/>
          <p:cNvCxnSpPr/>
          <p:nvPr/>
        </p:nvCxnSpPr>
        <p:spPr>
          <a:xfrm>
            <a:off x="2909050" y="2511001"/>
            <a:ext cx="0" cy="539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1" name="Google Shape;181;p39"/>
          <p:cNvSpPr/>
          <p:nvPr/>
        </p:nvSpPr>
        <p:spPr>
          <a:xfrm>
            <a:off x="2344951" y="2577705"/>
            <a:ext cx="109500" cy="90000"/>
          </a:xfrm>
          <a:prstGeom prst="triangle">
            <a:avLst>
              <a:gd fmla="val 50000" name="adj"/>
            </a:avLst>
          </a:prstGeom>
          <a:solidFill>
            <a:srgbClr val="CB35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39"/>
          <p:cNvSpPr txBox="1"/>
          <p:nvPr/>
        </p:nvSpPr>
        <p:spPr>
          <a:xfrm>
            <a:off x="2408501" y="2444758"/>
            <a:ext cx="481800" cy="2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rgbClr val="CB353A"/>
                </a:solidFill>
                <a:latin typeface="Lato"/>
                <a:ea typeface="Lato"/>
                <a:cs typeface="Lato"/>
                <a:sym typeface="Lato"/>
              </a:rPr>
              <a:t>21%</a:t>
            </a:r>
            <a:endParaRPr sz="1100">
              <a:solidFill>
                <a:srgbClr val="CB353A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83" name="Google Shape;183;p39"/>
          <p:cNvPicPr preferRelativeResize="0"/>
          <p:nvPr/>
        </p:nvPicPr>
        <p:blipFill rotWithShape="1">
          <a:blip r:embed="rId4">
            <a:alphaModFix/>
          </a:blip>
          <a:srcRect b="7104" l="3577" r="34530" t="19431"/>
          <a:stretch/>
        </p:blipFill>
        <p:spPr>
          <a:xfrm>
            <a:off x="4827675" y="2048372"/>
            <a:ext cx="3994500" cy="2788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0"/>
          <p:cNvSpPr/>
          <p:nvPr/>
        </p:nvSpPr>
        <p:spPr>
          <a:xfrm>
            <a:off x="241450" y="2048250"/>
            <a:ext cx="4295700" cy="2788500"/>
          </a:xfrm>
          <a:prstGeom prst="roundRect">
            <a:avLst>
              <a:gd fmla="val 4329" name="adj"/>
            </a:avLst>
          </a:prstGeom>
          <a:solidFill>
            <a:srgbClr val="ECF7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18000" spcFirstLastPara="1" rIns="18000" wrap="square" tIns="90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Resumen quincenal</a:t>
            </a:r>
            <a:endParaRPr b="1" sz="12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9" name="Google Shape;189;p40"/>
          <p:cNvSpPr/>
          <p:nvPr/>
        </p:nvSpPr>
        <p:spPr>
          <a:xfrm>
            <a:off x="241450" y="594150"/>
            <a:ext cx="8568000" cy="1293300"/>
          </a:xfrm>
          <a:prstGeom prst="roundRect">
            <a:avLst>
              <a:gd fmla="val 4329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18000" spcFirstLastPara="1" rIns="18000" wrap="square" tIns="90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>
                <a:solidFill>
                  <a:srgbClr val="04137B"/>
                </a:solidFill>
                <a:latin typeface="Lato"/>
                <a:ea typeface="Lato"/>
                <a:cs typeface="Lato"/>
                <a:sym typeface="Lato"/>
              </a:rPr>
              <a:t>Incidencias abiertas por criticidad</a:t>
            </a:r>
            <a:endParaRPr b="1" sz="12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0" name="Google Shape;190;p40"/>
          <p:cNvSpPr txBox="1"/>
          <p:nvPr/>
        </p:nvSpPr>
        <p:spPr>
          <a:xfrm>
            <a:off x="241450" y="83550"/>
            <a:ext cx="8902500" cy="49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200">
                <a:solidFill>
                  <a:srgbClr val="04138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Seguimiento de incidencias - GEMA</a:t>
            </a:r>
            <a:endParaRPr b="1" sz="2200">
              <a:solidFill>
                <a:srgbClr val="04138B"/>
              </a:solidFill>
              <a:latin typeface="Source Serif 4"/>
              <a:ea typeface="Source Serif 4"/>
              <a:cs typeface="Source Serif 4"/>
              <a:sym typeface="Source Serif 4"/>
            </a:endParaRPr>
          </a:p>
        </p:txBody>
      </p:sp>
      <p:sp>
        <p:nvSpPr>
          <p:cNvPr id="191" name="Google Shape;191;p40"/>
          <p:cNvSpPr/>
          <p:nvPr/>
        </p:nvSpPr>
        <p:spPr>
          <a:xfrm>
            <a:off x="414300" y="1038974"/>
            <a:ext cx="2629800" cy="756000"/>
          </a:xfrm>
          <a:prstGeom prst="roundRect">
            <a:avLst>
              <a:gd fmla="val 18197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t" bIns="180000" lIns="72000" spcFirstLastPara="1" rIns="36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19</a:t>
            </a:r>
            <a:br>
              <a:rPr b="1" lang="es" sz="3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b="1" lang="es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INCIDENCIAS ABIERTAS EN TOTAL</a:t>
            </a:r>
            <a:endParaRPr b="1"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2" name="Google Shape;192;p40"/>
          <p:cNvSpPr/>
          <p:nvPr/>
        </p:nvSpPr>
        <p:spPr>
          <a:xfrm>
            <a:off x="3210563" y="1039068"/>
            <a:ext cx="2629800" cy="756000"/>
          </a:xfrm>
          <a:prstGeom prst="roundRect">
            <a:avLst>
              <a:gd fmla="val 18197" name="adj"/>
            </a:avLst>
          </a:prstGeom>
          <a:solidFill>
            <a:srgbClr val="FDB7B7">
              <a:alpha val="27669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08000" spcFirstLastPara="1" rIns="108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2</a:t>
            </a:r>
            <a:r>
              <a:rPr b="1" lang="es" sz="26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br>
              <a:rPr b="1" lang="es" sz="26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INCIDENCIAS MAESTRAS</a:t>
            </a:r>
            <a:endParaRPr b="1" sz="1200">
              <a:solidFill>
                <a:srgbClr val="04138B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3" name="Google Shape;193;p40"/>
          <p:cNvSpPr/>
          <p:nvPr/>
        </p:nvSpPr>
        <p:spPr>
          <a:xfrm>
            <a:off x="6006825" y="1039068"/>
            <a:ext cx="2629800" cy="756000"/>
          </a:xfrm>
          <a:prstGeom prst="roundRect">
            <a:avLst>
              <a:gd fmla="val 18197" name="adj"/>
            </a:avLst>
          </a:prstGeom>
          <a:solidFill>
            <a:srgbClr val="F9E876">
              <a:alpha val="4557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08000" spcFirstLastPara="1" rIns="108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17</a:t>
            </a:r>
            <a:r>
              <a:rPr b="1" lang="es" sz="3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br>
              <a:rPr b="1" lang="es" sz="3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OTRAS INCIDENCIAS</a:t>
            </a:r>
            <a:endParaRPr b="1" sz="1200">
              <a:solidFill>
                <a:srgbClr val="04138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t/>
            </a:r>
            <a:endParaRPr b="1" sz="12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94" name="Google Shape;194;p40" title="info-glass-XXL.png">
            <a:hlinkClick/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7683" y="1099891"/>
            <a:ext cx="170900" cy="163325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0">
            <a:hlinkClick/>
          </p:cNvPr>
          <p:cNvSpPr txBox="1"/>
          <p:nvPr/>
        </p:nvSpPr>
        <p:spPr>
          <a:xfrm>
            <a:off x="5036332" y="1141193"/>
            <a:ext cx="926100" cy="1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>
                <a:solidFill>
                  <a:schemeClr val="hlink"/>
                </a:solidFill>
                <a:uFill>
                  <a:noFill/>
                </a:uFill>
                <a:latin typeface="Source Serif 4"/>
                <a:ea typeface="Source Serif 4"/>
                <a:cs typeface="Source Serif 4"/>
                <a:sym typeface="Source Serif 4"/>
                <a:hlinkClick/>
              </a:rPr>
              <a:t>Ver detalle</a:t>
            </a:r>
            <a:endParaRPr sz="1000">
              <a:solidFill>
                <a:srgbClr val="001391"/>
              </a:solidFill>
            </a:endParaRPr>
          </a:p>
        </p:txBody>
      </p:sp>
      <p:sp>
        <p:nvSpPr>
          <p:cNvPr id="196" name="Google Shape;196;p40"/>
          <p:cNvSpPr/>
          <p:nvPr/>
        </p:nvSpPr>
        <p:spPr>
          <a:xfrm>
            <a:off x="369250" y="3248651"/>
            <a:ext cx="3994500" cy="665400"/>
          </a:xfrm>
          <a:prstGeom prst="roundRect">
            <a:avLst>
              <a:gd fmla="val 18197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72000" spcFirstLastPara="1" rIns="0" wrap="square" tIns="720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1 </a:t>
            </a:r>
            <a:r>
              <a:rPr b="1" lang="es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INCIDENCIA CERRADA</a:t>
            </a:r>
            <a:endParaRPr b="1" sz="12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7" name="Google Shape;197;p40"/>
          <p:cNvSpPr txBox="1"/>
          <p:nvPr/>
        </p:nvSpPr>
        <p:spPr>
          <a:xfrm>
            <a:off x="2566722" y="3291047"/>
            <a:ext cx="481800" cy="2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rPr>
              <a:t>38%</a:t>
            </a:r>
            <a:endParaRPr sz="1100">
              <a:solidFill>
                <a:srgbClr val="38761D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8" name="Google Shape;198;p40"/>
          <p:cNvSpPr/>
          <p:nvPr/>
        </p:nvSpPr>
        <p:spPr>
          <a:xfrm rot="10800000">
            <a:off x="2515116" y="3423993"/>
            <a:ext cx="109500" cy="90000"/>
          </a:xfrm>
          <a:prstGeom prst="triangle">
            <a:avLst>
              <a:gd fmla="val 5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40"/>
          <p:cNvSpPr/>
          <p:nvPr/>
        </p:nvSpPr>
        <p:spPr>
          <a:xfrm>
            <a:off x="369250" y="4049301"/>
            <a:ext cx="3994500" cy="665400"/>
          </a:xfrm>
          <a:prstGeom prst="roundRect">
            <a:avLst>
              <a:gd fmla="val 18197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72000" spcFirstLastPara="1" rIns="0" wrap="square" tIns="720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3 </a:t>
            </a:r>
            <a:r>
              <a:rPr b="1" lang="es" sz="12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rPr>
              <a:t>DÍAS DE RESOLUCIÓN </a:t>
            </a:r>
            <a:r>
              <a:rPr i="1" lang="es" sz="8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rPr>
              <a:t>(EN PROMEDIO)</a:t>
            </a:r>
            <a:endParaRPr i="1" sz="8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00" name="Google Shape;200;p40"/>
          <p:cNvSpPr txBox="1"/>
          <p:nvPr/>
        </p:nvSpPr>
        <p:spPr>
          <a:xfrm>
            <a:off x="3088685" y="4143052"/>
            <a:ext cx="481800" cy="2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rgbClr val="38761D"/>
                </a:solidFill>
                <a:latin typeface="Lato"/>
                <a:ea typeface="Lato"/>
                <a:cs typeface="Lato"/>
                <a:sym typeface="Lato"/>
              </a:rPr>
              <a:t>38%</a:t>
            </a:r>
            <a:endParaRPr sz="1100">
              <a:solidFill>
                <a:srgbClr val="38761D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01" name="Google Shape;201;p40"/>
          <p:cNvSpPr/>
          <p:nvPr/>
        </p:nvSpPr>
        <p:spPr>
          <a:xfrm rot="10800000">
            <a:off x="3037079" y="4275999"/>
            <a:ext cx="109500" cy="90000"/>
          </a:xfrm>
          <a:prstGeom prst="triangle">
            <a:avLst>
              <a:gd fmla="val 50000" name="adj"/>
            </a:avLst>
          </a:prstGeom>
          <a:solidFill>
            <a:srgbClr val="38761D"/>
          </a:solidFill>
          <a:ln cap="flat" cmpd="sng" w="9525">
            <a:solidFill>
              <a:srgbClr val="3876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40"/>
          <p:cNvSpPr/>
          <p:nvPr/>
        </p:nvSpPr>
        <p:spPr>
          <a:xfrm>
            <a:off x="369250" y="2448001"/>
            <a:ext cx="3994500" cy="665400"/>
          </a:xfrm>
          <a:prstGeom prst="roundRect">
            <a:avLst>
              <a:gd fmla="val 18197" name="adj"/>
            </a:avLst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72000" spcFirstLastPara="1" rIns="0" wrap="square" tIns="720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b="1" lang="es" sz="25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1 </a:t>
            </a:r>
            <a:r>
              <a:rPr b="1" lang="es" sz="1200">
                <a:solidFill>
                  <a:srgbClr val="001391"/>
                </a:solidFill>
                <a:latin typeface="Lato"/>
                <a:ea typeface="Lato"/>
                <a:cs typeface="Lato"/>
                <a:sym typeface="Lato"/>
              </a:rPr>
              <a:t>NUEVA INCIDENCIA</a:t>
            </a:r>
            <a:endParaRPr b="1" sz="1200">
              <a:solidFill>
                <a:srgbClr val="00139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03" name="Google Shape;203;p40"/>
          <p:cNvSpPr/>
          <p:nvPr/>
        </p:nvSpPr>
        <p:spPr>
          <a:xfrm>
            <a:off x="2903031" y="2499601"/>
            <a:ext cx="1540800" cy="56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000" lIns="90000" spcFirstLastPara="1" rIns="90000" wrap="square" tIns="18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ANTES</a:t>
            </a:r>
            <a:r>
              <a:rPr lang="es" sz="1200">
                <a:solidFill>
                  <a:srgbClr val="04138B"/>
                </a:solidFill>
                <a:latin typeface="Lato Light"/>
                <a:ea typeface="Lato Light"/>
                <a:cs typeface="Lato Light"/>
                <a:sym typeface="Lato Light"/>
              </a:rPr>
              <a:t>: 2</a:t>
            </a:r>
            <a:endParaRPr sz="1200">
              <a:solidFill>
                <a:srgbClr val="04138B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AHORA</a:t>
            </a:r>
            <a:r>
              <a:rPr lang="es" sz="1200">
                <a:solidFill>
                  <a:srgbClr val="04138B"/>
                </a:solidFill>
                <a:latin typeface="Lato Light"/>
                <a:ea typeface="Lato Light"/>
                <a:cs typeface="Lato Light"/>
                <a:sym typeface="Lato Light"/>
              </a:rPr>
              <a:t>: 5            </a:t>
            </a:r>
            <a:endParaRPr sz="1200">
              <a:solidFill>
                <a:srgbClr val="04138B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4138B"/>
                </a:solidFill>
                <a:latin typeface="Lato"/>
                <a:ea typeface="Lato"/>
                <a:cs typeface="Lato"/>
                <a:sym typeface="Lato"/>
              </a:rPr>
              <a:t>ACUMULADO</a:t>
            </a:r>
            <a:r>
              <a:rPr lang="es" sz="1200">
                <a:solidFill>
                  <a:srgbClr val="04138B"/>
                </a:solidFill>
                <a:latin typeface="Lato Light"/>
                <a:ea typeface="Lato Light"/>
                <a:cs typeface="Lato Light"/>
                <a:sym typeface="Lato Light"/>
              </a:rPr>
              <a:t>: 5</a:t>
            </a:r>
            <a:endParaRPr sz="1200">
              <a:solidFill>
                <a:srgbClr val="001391"/>
              </a:solidFill>
              <a:latin typeface="Source Serif 4 Black"/>
              <a:ea typeface="Source Serif 4 Black"/>
              <a:cs typeface="Source Serif 4 Black"/>
              <a:sym typeface="Source Serif 4 Black"/>
            </a:endParaRPr>
          </a:p>
        </p:txBody>
      </p:sp>
      <p:cxnSp>
        <p:nvCxnSpPr>
          <p:cNvPr id="204" name="Google Shape;204;p40"/>
          <p:cNvCxnSpPr/>
          <p:nvPr/>
        </p:nvCxnSpPr>
        <p:spPr>
          <a:xfrm>
            <a:off x="2909050" y="2511001"/>
            <a:ext cx="0" cy="539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5" name="Google Shape;205;p40"/>
          <p:cNvSpPr/>
          <p:nvPr/>
        </p:nvSpPr>
        <p:spPr>
          <a:xfrm>
            <a:off x="2344951" y="2577705"/>
            <a:ext cx="109500" cy="90000"/>
          </a:xfrm>
          <a:prstGeom prst="triangle">
            <a:avLst>
              <a:gd fmla="val 50000" name="adj"/>
            </a:avLst>
          </a:prstGeom>
          <a:solidFill>
            <a:srgbClr val="CB35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40"/>
          <p:cNvSpPr txBox="1"/>
          <p:nvPr/>
        </p:nvSpPr>
        <p:spPr>
          <a:xfrm>
            <a:off x="2408501" y="2444758"/>
            <a:ext cx="481800" cy="2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rgbClr val="CB353A"/>
                </a:solidFill>
                <a:latin typeface="Lato"/>
                <a:ea typeface="Lato"/>
                <a:cs typeface="Lato"/>
                <a:sym typeface="Lato"/>
              </a:rPr>
              <a:t>21%</a:t>
            </a:r>
            <a:endParaRPr sz="1100">
              <a:solidFill>
                <a:srgbClr val="CB353A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07" name="Google Shape;207;p40"/>
          <p:cNvPicPr preferRelativeResize="0"/>
          <p:nvPr/>
        </p:nvPicPr>
        <p:blipFill rotWithShape="1">
          <a:blip r:embed="rId4">
            <a:alphaModFix/>
          </a:blip>
          <a:srcRect b="7104" l="3577" r="34530" t="19431"/>
          <a:stretch/>
        </p:blipFill>
        <p:spPr>
          <a:xfrm>
            <a:off x="4827675" y="2048372"/>
            <a:ext cx="3994500" cy="2788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1"/>
          <p:cNvSpPr/>
          <p:nvPr/>
        </p:nvSpPr>
        <p:spPr>
          <a:xfrm>
            <a:off x="348300" y="278925"/>
            <a:ext cx="8460900" cy="4520100"/>
          </a:xfrm>
          <a:prstGeom prst="roundRect">
            <a:avLst>
              <a:gd fmla="val 4831" name="adj"/>
            </a:avLst>
          </a:prstGeom>
          <a:solidFill>
            <a:srgbClr val="00139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41"/>
          <p:cNvSpPr txBox="1"/>
          <p:nvPr/>
        </p:nvSpPr>
        <p:spPr>
          <a:xfrm>
            <a:off x="714725" y="2240850"/>
            <a:ext cx="7591200" cy="12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000">
                <a:solidFill>
                  <a:srgbClr val="FFFFF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Gráficos de evolución</a:t>
            </a:r>
            <a:endParaRPr b="1" sz="2000">
              <a:solidFill>
                <a:schemeClr val="accent6"/>
              </a:solidFill>
              <a:latin typeface="Source Serif 4"/>
              <a:ea typeface="Source Serif 4"/>
              <a:cs typeface="Source Serif 4"/>
              <a:sym typeface="Source Serif 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2"/>
          <p:cNvSpPr/>
          <p:nvPr/>
        </p:nvSpPr>
        <p:spPr>
          <a:xfrm>
            <a:off x="241450" y="670350"/>
            <a:ext cx="4049700" cy="1970400"/>
          </a:xfrm>
          <a:prstGeom prst="roundRect">
            <a:avLst>
              <a:gd fmla="val 43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0" lIns="18000" spcFirstLastPara="1" rIns="18000" wrap="square" tIns="90000">
            <a:noAutofit/>
          </a:bodyPr>
          <a:lstStyle/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 u="sng">
                <a:solidFill>
                  <a:srgbClr val="04137B"/>
                </a:solidFill>
                <a:latin typeface="Lato"/>
                <a:ea typeface="Lato"/>
                <a:cs typeface="Lato"/>
                <a:sym typeface="Lato"/>
              </a:rPr>
              <a:t>Antigüedad del backlog</a:t>
            </a:r>
            <a:endParaRPr sz="1300">
              <a:solidFill>
                <a:srgbClr val="04137B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19" name="Google Shape;219;p42"/>
          <p:cNvSpPr txBox="1"/>
          <p:nvPr/>
        </p:nvSpPr>
        <p:spPr>
          <a:xfrm>
            <a:off x="241450" y="83550"/>
            <a:ext cx="8902500" cy="49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200">
                <a:solidFill>
                  <a:srgbClr val="04138B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Seguimiento de KPIs - Gráficos</a:t>
            </a:r>
            <a:endParaRPr b="1" sz="2200">
              <a:solidFill>
                <a:srgbClr val="04138B"/>
              </a:solidFill>
              <a:latin typeface="Source Serif 4"/>
              <a:ea typeface="Source Serif 4"/>
              <a:cs typeface="Source Serif 4"/>
              <a:sym typeface="Source Serif 4"/>
            </a:endParaRPr>
          </a:p>
        </p:txBody>
      </p:sp>
      <p:sp>
        <p:nvSpPr>
          <p:cNvPr id="220" name="Google Shape;220;p42"/>
          <p:cNvSpPr/>
          <p:nvPr/>
        </p:nvSpPr>
        <p:spPr>
          <a:xfrm>
            <a:off x="241450" y="2892850"/>
            <a:ext cx="4049700" cy="1970400"/>
          </a:xfrm>
          <a:prstGeom prst="roundRect">
            <a:avLst>
              <a:gd fmla="val 43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0" lIns="18000" spcFirstLastPara="1" rIns="18000" wrap="square" tIns="90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 u="sng">
                <a:solidFill>
                  <a:srgbClr val="04137B"/>
                </a:solidFill>
                <a:latin typeface="Lato"/>
                <a:ea typeface="Lato"/>
                <a:cs typeface="Lato"/>
                <a:sym typeface="Lato"/>
              </a:rPr>
              <a:t>Tiempo medio de resolución</a:t>
            </a:r>
            <a:endParaRPr b="1" sz="1300" u="sng">
              <a:solidFill>
                <a:srgbClr val="04137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 u="sng">
              <a:solidFill>
                <a:srgbClr val="04137B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21" name="Google Shape;221;p42"/>
          <p:cNvPicPr preferRelativeResize="0"/>
          <p:nvPr/>
        </p:nvPicPr>
        <p:blipFill rotWithShape="1">
          <a:blip r:embed="rId3">
            <a:alphaModFix/>
          </a:blip>
          <a:srcRect b="7382" l="4293" r="34285" t="18429"/>
          <a:stretch/>
        </p:blipFill>
        <p:spPr>
          <a:xfrm>
            <a:off x="930972" y="3392425"/>
            <a:ext cx="2580100" cy="1775625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2"/>
          <p:cNvSpPr/>
          <p:nvPr/>
        </p:nvSpPr>
        <p:spPr>
          <a:xfrm>
            <a:off x="4537050" y="670350"/>
            <a:ext cx="4049700" cy="1970400"/>
          </a:xfrm>
          <a:prstGeom prst="roundRect">
            <a:avLst>
              <a:gd fmla="val 43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0" lIns="18000" spcFirstLastPara="1" rIns="18000" wrap="square" tIns="90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300" u="sng">
                <a:solidFill>
                  <a:srgbClr val="04137B"/>
                </a:solidFill>
                <a:latin typeface="Lato"/>
                <a:ea typeface="Lato"/>
                <a:cs typeface="Lato"/>
                <a:sym typeface="Lato"/>
              </a:rPr>
              <a:t>C</a:t>
            </a:r>
            <a:r>
              <a:rPr b="1" lang="es" sz="1300" u="sng">
                <a:solidFill>
                  <a:srgbClr val="04137B"/>
                </a:solidFill>
                <a:latin typeface="Lato"/>
                <a:ea typeface="Lato"/>
                <a:cs typeface="Lato"/>
                <a:sym typeface="Lato"/>
              </a:rPr>
              <a:t>riticidad</a:t>
            </a:r>
            <a:endParaRPr b="1" sz="1300" u="sng">
              <a:solidFill>
                <a:srgbClr val="04137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4137B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23" name="Google Shape;223;p42"/>
          <p:cNvPicPr preferRelativeResize="0"/>
          <p:nvPr/>
        </p:nvPicPr>
        <p:blipFill rotWithShape="1">
          <a:blip r:embed="rId4">
            <a:alphaModFix/>
          </a:blip>
          <a:srcRect b="7083" l="4275" r="36438" t="33693"/>
          <a:stretch/>
        </p:blipFill>
        <p:spPr>
          <a:xfrm>
            <a:off x="566500" y="1047597"/>
            <a:ext cx="3399599" cy="1912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42"/>
          <p:cNvPicPr preferRelativeResize="0"/>
          <p:nvPr/>
        </p:nvPicPr>
        <p:blipFill rotWithShape="1">
          <a:blip r:embed="rId5">
            <a:alphaModFix/>
          </a:blip>
          <a:srcRect b="16105" l="6267" r="34442" t="25606"/>
          <a:stretch/>
        </p:blipFill>
        <p:spPr>
          <a:xfrm>
            <a:off x="5187100" y="1172125"/>
            <a:ext cx="2647575" cy="157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BVA">
  <a:themeElements>
    <a:clrScheme name="Simple Light">
      <a:dk1>
        <a:srgbClr val="001391"/>
      </a:dk1>
      <a:lt1>
        <a:srgbClr val="FFFFFF"/>
      </a:lt1>
      <a:dk2>
        <a:srgbClr val="070E46"/>
      </a:dk2>
      <a:lt2>
        <a:srgbClr val="F7F8F8"/>
      </a:lt2>
      <a:accent1>
        <a:srgbClr val="85C8FF"/>
      </a:accent1>
      <a:accent2>
        <a:srgbClr val="000519"/>
      </a:accent2>
      <a:accent3>
        <a:srgbClr val="FFB56B"/>
      </a:accent3>
      <a:accent4>
        <a:srgbClr val="FFE761"/>
      </a:accent4>
      <a:accent5>
        <a:srgbClr val="88E783"/>
      </a:accent5>
      <a:accent6>
        <a:srgbClr val="9694FF"/>
      </a:accent6>
      <a:hlink>
        <a:srgbClr val="00139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BVA">
  <a:themeElements>
    <a:clrScheme name="Simple Light">
      <a:dk1>
        <a:srgbClr val="001391"/>
      </a:dk1>
      <a:lt1>
        <a:srgbClr val="FFFFFF"/>
      </a:lt1>
      <a:dk2>
        <a:srgbClr val="060E46"/>
      </a:dk2>
      <a:lt2>
        <a:srgbClr val="F7F8F8"/>
      </a:lt2>
      <a:accent1>
        <a:srgbClr val="85C8FF"/>
      </a:accent1>
      <a:accent2>
        <a:srgbClr val="212121"/>
      </a:accent2>
      <a:accent3>
        <a:srgbClr val="FFB56B"/>
      </a:accent3>
      <a:accent4>
        <a:srgbClr val="FFE761"/>
      </a:accent4>
      <a:accent5>
        <a:srgbClr val="88E783"/>
      </a:accent5>
      <a:accent6>
        <a:srgbClr val="9694FF"/>
      </a:accent6>
      <a:hlink>
        <a:srgbClr val="00139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