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5143500" cx="9144000"/>
  <p:notesSz cx="6858000" cy="9144000"/>
  <p:embeddedFontLst>
    <p:embeddedFont>
      <p:font typeface="Lato"/>
      <p:regular r:id="rId28"/>
      <p:bold r:id="rId29"/>
      <p:italic r:id="rId30"/>
      <p:boldItalic r:id="rId31"/>
    </p:embeddedFont>
    <p:embeddedFont>
      <p:font typeface="Lato Light"/>
      <p:regular r:id="rId32"/>
      <p:bold r:id="rId33"/>
      <p:italic r:id="rId34"/>
      <p:boldItalic r:id="rId35"/>
    </p:embeddedFont>
    <p:embeddedFont>
      <p:font typeface="Source Serif 4 Black"/>
      <p:bold r:id="rId36"/>
      <p:boldItalic r:id="rId37"/>
    </p:embeddedFont>
    <p:embeddedFont>
      <p:font typeface="Source Serif 4 Light"/>
      <p:regular r:id="rId38"/>
      <p:bold r:id="rId39"/>
      <p:italic r:id="rId40"/>
      <p:boldItalic r:id="rId41"/>
    </p:embeddedFont>
    <p:embeddedFont>
      <p:font typeface="Source Serif 4"/>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7" name="MARÍA LÓPEZ ARAGÓN"/>
  <p:cmAuthor clrIdx="1" id="1" initials="" lastIdx="4" name="FELIX DEL BARRIO CEBRIA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066247C-4CC9-442F-B5FC-95EB723CFAD2}">
  <a:tblStyle styleId="{8066247C-4CC9-442F-B5FC-95EB723CFAD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SourceSerif4Light-italic.fntdata"/><Relationship Id="rId20" Type="http://schemas.openxmlformats.org/officeDocument/2006/relationships/slide" Target="slides/slide13.xml"/><Relationship Id="rId42" Type="http://schemas.openxmlformats.org/officeDocument/2006/relationships/font" Target="fonts/SourceSerif4-regular.fntdata"/><Relationship Id="rId41" Type="http://schemas.openxmlformats.org/officeDocument/2006/relationships/font" Target="fonts/SourceSerif4Light-boldItalic.fntdata"/><Relationship Id="rId22" Type="http://schemas.openxmlformats.org/officeDocument/2006/relationships/slide" Target="slides/slide15.xml"/><Relationship Id="rId44" Type="http://schemas.openxmlformats.org/officeDocument/2006/relationships/font" Target="fonts/SourceSerif4-italic.fntdata"/><Relationship Id="rId21" Type="http://schemas.openxmlformats.org/officeDocument/2006/relationships/slide" Target="slides/slide14.xml"/><Relationship Id="rId43" Type="http://schemas.openxmlformats.org/officeDocument/2006/relationships/font" Target="fonts/SourceSerif4-bold.fntdata"/><Relationship Id="rId24" Type="http://schemas.openxmlformats.org/officeDocument/2006/relationships/slide" Target="slides/slide17.xml"/><Relationship Id="rId23" Type="http://schemas.openxmlformats.org/officeDocument/2006/relationships/slide" Target="slides/slide16.xml"/><Relationship Id="rId45" Type="http://schemas.openxmlformats.org/officeDocument/2006/relationships/font" Target="fonts/SourceSerif4-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Lato-regular.fntdata"/><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Lato-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4.xml"/><Relationship Id="rId33" Type="http://schemas.openxmlformats.org/officeDocument/2006/relationships/font" Target="fonts/LatoLight-bold.fntdata"/><Relationship Id="rId10" Type="http://schemas.openxmlformats.org/officeDocument/2006/relationships/slide" Target="slides/slide3.xml"/><Relationship Id="rId32" Type="http://schemas.openxmlformats.org/officeDocument/2006/relationships/font" Target="fonts/LatoLight-regular.fntdata"/><Relationship Id="rId13" Type="http://schemas.openxmlformats.org/officeDocument/2006/relationships/slide" Target="slides/slide6.xml"/><Relationship Id="rId35" Type="http://schemas.openxmlformats.org/officeDocument/2006/relationships/font" Target="fonts/LatoLight-boldItalic.fntdata"/><Relationship Id="rId12" Type="http://schemas.openxmlformats.org/officeDocument/2006/relationships/slide" Target="slides/slide5.xml"/><Relationship Id="rId34" Type="http://schemas.openxmlformats.org/officeDocument/2006/relationships/font" Target="fonts/LatoLight-italic.fntdata"/><Relationship Id="rId15" Type="http://schemas.openxmlformats.org/officeDocument/2006/relationships/slide" Target="slides/slide8.xml"/><Relationship Id="rId37" Type="http://schemas.openxmlformats.org/officeDocument/2006/relationships/font" Target="fonts/SourceSerif4Black-boldItalic.fntdata"/><Relationship Id="rId14" Type="http://schemas.openxmlformats.org/officeDocument/2006/relationships/slide" Target="slides/slide7.xml"/><Relationship Id="rId36" Type="http://schemas.openxmlformats.org/officeDocument/2006/relationships/font" Target="fonts/SourceSerif4Black-bold.fntdata"/><Relationship Id="rId17" Type="http://schemas.openxmlformats.org/officeDocument/2006/relationships/slide" Target="slides/slide10.xml"/><Relationship Id="rId39" Type="http://schemas.openxmlformats.org/officeDocument/2006/relationships/font" Target="fonts/SourceSerif4Light-bold.fntdata"/><Relationship Id="rId16" Type="http://schemas.openxmlformats.org/officeDocument/2006/relationships/slide" Target="slides/slide9.xml"/><Relationship Id="rId38" Type="http://schemas.openxmlformats.org/officeDocument/2006/relationships/font" Target="fonts/SourceSerif4Light-regular.fntdata"/><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16T16:12:38.997">
    <p:pos x="210" y="1347"/>
    <p:text>incluir fecha para ir actualizando en cada reunion de seguimiento</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3-17T10:27:45.009">
    <p:pos x="3041" y="1290"/>
    <p:text>Insertar el gráfico de evolucion que corresponda. Y hacer que se vea mejor</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3-17T10:34:31.063">
    <p:pos x="3041" y="1290"/>
    <p:text>Ver si es posible sacar el gráfico de evolución para Web</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3-20T11:41:24.614">
    <p:pos x="3041" y="1290"/>
    <p:text>Ver si es posible sacar el gráfico de evolución para App</p:text>
  </p:cm>
  <p:cm authorId="1" idx="1" dt="2026-03-20T11:41:24.614">
    <p:pos x="3041" y="1290"/>
    <p:text>@maria.lopez.aragon.contractor@bbva.com &amp; @pablo.troya@bbva.com . Ya me he puesto a trabajar con esta slide y las dos siguientes... voy a hacer una Poc y os comento.. respecto al dato de incidencias maestras estoy revisando la información volcada de Helix ... y hay 0!!... en cuanto tenga resultados saco un informe y os lo enseño. Gracias por el trabajo y esfuerzo me gusta mucho... además coy a ver si puedo hacer algo con el grafico...</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2" dt="2026-03-20T12:02:32.891">
    <p:pos x="2857" y="1822"/>
    <p:text>@maria.lopez.aragon.contractor@bbva.com &amp; @pablo.troya@bbva.com estos datos vienen de causalidad (mezclar el universo de Helix con el NPS termico). Lo mismo ocurre con la siguiente slide... hay que hacer un hilo conductor en la narrativa y enlazar... pero me temo que siendo el origen  más optimo para la explotación de datos JIRA hay que rehacer unas cuantas cosas... lo trabajo y os comparto
_Reassigned to MARÍA LÓPEZ ARAGÓN_</p:text>
  </p:cm>
  <p:cm authorId="0" idx="5" dt="2026-03-20T12:02:32.891">
    <p:pos x="2857" y="1822"/>
    <p:text>genial, no hay problema. Si este gráfico no encaja se puede cambiar por otro que aporte más valor, o que hile mejor con el discurso que  queráis llevar a los seguimientos</p:text>
  </p:cm>
  <p:cm authorId="0" idx="6" dt="2026-03-20T11:44:02.328">
    <p:pos x="3267" y="738"/>
    <p:text>ver si es posible separar las incidencias por criticidad de alguna manera</p:text>
  </p:cm>
  <p:cm authorId="1" idx="3" dt="2026-03-20T11:44:02.328">
    <p:pos x="3267" y="738"/>
    <p:text>@maria.lopez.aragon.contractor@bbva.com &amp; @pablo.troya@bbva.com , la unica forma es tirar de JIRA... creo que mezclar universos distintos no nos ayuda ... puedo sacarlo con &lt;helix y Jira , solo con Helix, o solo con JIRA (me inclino más por esta ultima) y aqui si que podemos meter criticidad... de todas formas creo que hay que hacer foco en SENDA y foco en Helix... aqui no deberíamos mezclar... lo trabajo y os comparto resultados</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4" dt="2026-03-20T12:10:25.276">
    <p:pos x="6000" y="0"/>
    <p:text>@pablo.troya@bbva.com &amp; @maria.lopez.aragon.contractor@bbva.com ... sin son cero como me temo que son hay que buscar otra palanca de seguimiento (por ejemplo, criticas con alto plazo de ejecución, incidencias que llevan más de la cuenta abiertas,...) dejarme pensalo y os digo aunque bienvenidas sean las ideas
_Reassigned to MARÍA LÓPEZ ARAGÓN_</p:text>
  </p:cm>
  <p:cm authorId="0" idx="7" dt="2026-03-20T12:10:25.276">
    <p:pos x="6000" y="0"/>
    <p:text>Genial, si no hay incidencias maestras se me ocurre que podemos inlcuir, por ejemplo: 
- Las incidencias que sean más frecuentes para ver qué está fallando
- Las incidencias  que, sin llegar a ser maestras, puedan generar más dolor a los clientes 
- El propio feedback que se haya   recibido de los clientes a lo largo  de la quincena (i.e.: a raiz del NPS)
Lo comentamos!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SLIDES_API181820198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SLIDES_API181820198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SLIDES_API181820198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SLIDES_API181820198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05f4f2105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d05f4f2105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961ca0d50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961ca0d50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961ca0d504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961ca0d504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961ca0d504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961ca0d504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05f4f2105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d05f4f2105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960ee2fdaa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960ee2fdaa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09b01145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d09b01145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05f4f2105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d05f4f2105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960ee2fdaa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960ee2fdaa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d05f4f2105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d05f4f2105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960ee2fdaa_2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960ee2fdaa_2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d05f4f2105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d05f4f2105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cfcbe8ccd8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cfcbe8ccd8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960ee2fd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960ee2fd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d05f4f2105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d05f4f2105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d05f4f2105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d05f4f2105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SLIDES_API181820198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SLIDES_API181820198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SLIDES_API181820198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SLIDES_API181820198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 logo y mosca">
  <p:cSld name="CUSTOM_2_2_1">
    <p:bg>
      <p:bgPr>
        <a:solidFill>
          <a:srgbClr val="F7F8F8"/>
        </a:solidFill>
      </p:bgPr>
    </p:bg>
    <p:spTree>
      <p:nvGrpSpPr>
        <p:cNvPr id="6" name="Shape 6"/>
        <p:cNvGrpSpPr/>
        <p:nvPr/>
      </p:nvGrpSpPr>
      <p:grpSpPr>
        <a:xfrm>
          <a:off x="0" y="0"/>
          <a:ext cx="0" cy="0"/>
          <a:chOff x="0" y="0"/>
          <a:chExt cx="0" cy="0"/>
        </a:xfrm>
      </p:grpSpPr>
      <p:pic>
        <p:nvPicPr>
          <p:cNvPr id="7" name="Google Shape;7;p2" title="Technology_RGB.png"/>
          <p:cNvPicPr preferRelativeResize="0"/>
          <p:nvPr/>
        </p:nvPicPr>
        <p:blipFill rotWithShape="1">
          <a:blip r:embed="rId2">
            <a:alphaModFix/>
          </a:blip>
          <a:srcRect b="32716" l="-18436" r="-12780" t="-78637"/>
          <a:stretch/>
        </p:blipFill>
        <p:spPr>
          <a:xfrm>
            <a:off x="8263200" y="215975"/>
            <a:ext cx="584676" cy="239500"/>
          </a:xfrm>
          <a:prstGeom prst="rect">
            <a:avLst/>
          </a:prstGeom>
          <a:noFill/>
          <a:ln>
            <a:noFill/>
          </a:ln>
        </p:spPr>
      </p:pic>
      <p:sp>
        <p:nvSpPr>
          <p:cNvPr id="8" name="Google Shape;8;p2"/>
          <p:cNvSpPr txBox="1"/>
          <p:nvPr>
            <p:ph type="title"/>
          </p:nvPr>
        </p:nvSpPr>
        <p:spPr>
          <a:xfrm>
            <a:off x="341150" y="783529"/>
            <a:ext cx="6709800" cy="384300"/>
          </a:xfrm>
          <a:prstGeom prst="rect">
            <a:avLst/>
          </a:prstGeom>
          <a:noFill/>
          <a:ln>
            <a:noFill/>
          </a:ln>
        </p:spPr>
        <p:txBody>
          <a:bodyPr anchorCtr="0" anchor="t" bIns="0" lIns="0" spcFirstLastPara="1" rIns="0" wrap="square" tIns="0">
            <a:noAutofit/>
          </a:bodyPr>
          <a:lstStyle>
            <a:lvl1pPr lvl="0">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1pPr>
            <a:lvl2pPr lvl="1">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2pPr>
            <a:lvl3pPr lvl="2">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3pPr>
            <a:lvl4pPr lvl="3">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4pPr>
            <a:lvl5pPr lvl="4">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5pPr>
            <a:lvl6pPr lvl="5">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6pPr>
            <a:lvl7pPr lvl="6">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7pPr>
            <a:lvl8pPr lvl="7">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8pPr>
            <a:lvl9pPr lvl="8">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9pPr>
          </a:lstStyle>
          <a:p/>
        </p:txBody>
      </p:sp>
      <p:sp>
        <p:nvSpPr>
          <p:cNvPr id="9" name="Google Shape;9;p2"/>
          <p:cNvSpPr txBox="1"/>
          <p:nvPr/>
        </p:nvSpPr>
        <p:spPr>
          <a:xfrm>
            <a:off x="8383350" y="4763800"/>
            <a:ext cx="5025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800">
                <a:solidFill>
                  <a:srgbClr val="003194"/>
                </a:solidFill>
                <a:latin typeface="Lato"/>
                <a:ea typeface="Lato"/>
                <a:cs typeface="Lato"/>
                <a:sym typeface="Lato"/>
              </a:rPr>
              <a:t>p. </a:t>
            </a:r>
            <a:fld id="{00000000-1234-1234-1234-123412341234}" type="slidenum">
              <a:rPr lang="es" sz="800">
                <a:solidFill>
                  <a:srgbClr val="003194"/>
                </a:solidFill>
                <a:latin typeface="Lato"/>
                <a:ea typeface="Lato"/>
                <a:cs typeface="Lato"/>
                <a:sym typeface="Lato"/>
              </a:rPr>
              <a:t>‹#›</a:t>
            </a:fld>
            <a:endParaRPr>
              <a:solidFill>
                <a:srgbClr val="003194"/>
              </a:solidFill>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 logo y sin mosca">
  <p:cSld name="CUSTOM_2_2_1_2">
    <p:bg>
      <p:bgPr>
        <a:solidFill>
          <a:srgbClr val="F7F8F8"/>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341150" y="226650"/>
            <a:ext cx="6703800" cy="385200"/>
          </a:xfrm>
          <a:prstGeom prst="rect">
            <a:avLst/>
          </a:prstGeom>
          <a:noFill/>
          <a:ln>
            <a:noFill/>
          </a:ln>
        </p:spPr>
        <p:txBody>
          <a:bodyPr anchorCtr="0" anchor="t" bIns="0" lIns="0" spcFirstLastPara="1" rIns="0" wrap="square" tIns="0">
            <a:noAutofit/>
          </a:bodyPr>
          <a:lstStyle>
            <a:lvl1pPr lvl="0">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9pPr>
          </a:lstStyle>
          <a:p/>
        </p:txBody>
      </p:sp>
      <p:sp>
        <p:nvSpPr>
          <p:cNvPr id="12" name="Google Shape;12;p3"/>
          <p:cNvSpPr txBox="1"/>
          <p:nvPr/>
        </p:nvSpPr>
        <p:spPr>
          <a:xfrm>
            <a:off x="8383350" y="4763800"/>
            <a:ext cx="5025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800">
                <a:solidFill>
                  <a:srgbClr val="003194"/>
                </a:solidFill>
                <a:latin typeface="Lato"/>
                <a:ea typeface="Lato"/>
                <a:cs typeface="Lato"/>
                <a:sym typeface="Lato"/>
              </a:rPr>
              <a:t>p. </a:t>
            </a:r>
            <a:fld id="{00000000-1234-1234-1234-123412341234}" type="slidenum">
              <a:rPr lang="es" sz="800">
                <a:solidFill>
                  <a:srgbClr val="003194"/>
                </a:solidFill>
                <a:latin typeface="Lato"/>
                <a:ea typeface="Lato"/>
                <a:cs typeface="Lato"/>
                <a:sym typeface="Lato"/>
              </a:rPr>
              <a:t>‹#›</a:t>
            </a:fld>
            <a:endParaRPr>
              <a:solidFill>
                <a:srgbClr val="003194"/>
              </a:solidFill>
              <a:latin typeface="Lato"/>
              <a:ea typeface="Lato"/>
              <a:cs typeface="Lato"/>
              <a:sym typeface="Lato"/>
            </a:endParaRPr>
          </a:p>
        </p:txBody>
      </p:sp>
      <p:pic>
        <p:nvPicPr>
          <p:cNvPr id="13" name="Google Shape;13;p3" title="Technology_RGB.png"/>
          <p:cNvPicPr preferRelativeResize="0"/>
          <p:nvPr/>
        </p:nvPicPr>
        <p:blipFill rotWithShape="1">
          <a:blip r:embed="rId2">
            <a:alphaModFix/>
          </a:blip>
          <a:srcRect b="32716" l="-18436" r="-12780" t="-78637"/>
          <a:stretch/>
        </p:blipFill>
        <p:spPr>
          <a:xfrm>
            <a:off x="8263200" y="215975"/>
            <a:ext cx="584676" cy="2395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 logo y con mosca">
  <p:cSld name="CUSTOM_2_2_1_1">
    <p:bg>
      <p:bgPr>
        <a:solidFill>
          <a:srgbClr val="F7F8F8"/>
        </a:solidFill>
      </p:bgPr>
    </p:bg>
    <p:spTree>
      <p:nvGrpSpPr>
        <p:cNvPr id="14" name="Shape 14"/>
        <p:cNvGrpSpPr/>
        <p:nvPr/>
      </p:nvGrpSpPr>
      <p:grpSpPr>
        <a:xfrm>
          <a:off x="0" y="0"/>
          <a:ext cx="0" cy="0"/>
          <a:chOff x="0" y="0"/>
          <a:chExt cx="0" cy="0"/>
        </a:xfrm>
      </p:grpSpPr>
      <p:sp>
        <p:nvSpPr>
          <p:cNvPr id="15" name="Google Shape;15;p4"/>
          <p:cNvSpPr txBox="1"/>
          <p:nvPr/>
        </p:nvSpPr>
        <p:spPr>
          <a:xfrm>
            <a:off x="8383350" y="4763800"/>
            <a:ext cx="5025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800">
                <a:solidFill>
                  <a:srgbClr val="003194"/>
                </a:solidFill>
                <a:latin typeface="Lato"/>
                <a:ea typeface="Lato"/>
                <a:cs typeface="Lato"/>
                <a:sym typeface="Lato"/>
              </a:rPr>
              <a:t>p. </a:t>
            </a:r>
            <a:fld id="{00000000-1234-1234-1234-123412341234}" type="slidenum">
              <a:rPr lang="es" sz="800">
                <a:solidFill>
                  <a:srgbClr val="003194"/>
                </a:solidFill>
                <a:latin typeface="Lato"/>
                <a:ea typeface="Lato"/>
                <a:cs typeface="Lato"/>
                <a:sym typeface="Lato"/>
              </a:rPr>
              <a:t>‹#›</a:t>
            </a:fld>
            <a:endParaRPr>
              <a:solidFill>
                <a:srgbClr val="003194"/>
              </a:solidFill>
              <a:latin typeface="Lato"/>
              <a:ea typeface="Lato"/>
              <a:cs typeface="Lato"/>
              <a:sym typeface="Lato"/>
            </a:endParaRPr>
          </a:p>
        </p:txBody>
      </p:sp>
      <p:sp>
        <p:nvSpPr>
          <p:cNvPr id="16" name="Google Shape;16;p4"/>
          <p:cNvSpPr txBox="1"/>
          <p:nvPr>
            <p:ph type="title"/>
          </p:nvPr>
        </p:nvSpPr>
        <p:spPr>
          <a:xfrm>
            <a:off x="342000" y="784800"/>
            <a:ext cx="6709800" cy="385200"/>
          </a:xfrm>
          <a:prstGeom prst="rect">
            <a:avLst/>
          </a:prstGeom>
          <a:noFill/>
          <a:ln>
            <a:noFill/>
          </a:ln>
        </p:spPr>
        <p:txBody>
          <a:bodyPr anchorCtr="0" anchor="t" bIns="0" lIns="0" spcFirstLastPara="1" rIns="0" wrap="square" tIns="0">
            <a:noAutofit/>
          </a:bodyPr>
          <a:lstStyle>
            <a:lvl1pPr lvl="0">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1pPr>
            <a:lvl2pPr lvl="1">
              <a:lnSpc>
                <a:spcPct val="80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2pPr>
            <a:lvl3pPr lvl="2">
              <a:lnSpc>
                <a:spcPct val="80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3pPr>
            <a:lvl4pPr lvl="3">
              <a:lnSpc>
                <a:spcPct val="80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4pPr>
            <a:lvl5pPr lvl="4">
              <a:lnSpc>
                <a:spcPct val="80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5pPr>
            <a:lvl6pPr lvl="5">
              <a:lnSpc>
                <a:spcPct val="80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6pPr>
            <a:lvl7pPr lvl="6">
              <a:lnSpc>
                <a:spcPct val="80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7pPr>
            <a:lvl8pPr lvl="7">
              <a:lnSpc>
                <a:spcPct val="80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8pPr>
            <a:lvl9pPr lvl="8">
              <a:lnSpc>
                <a:spcPct val="80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 logo y sin mosca">
  <p:cSld name="CUSTOM_2_2_1_1_1">
    <p:bg>
      <p:bgPr>
        <a:solidFill>
          <a:srgbClr val="F7F8F8"/>
        </a:solidFill>
      </p:bgPr>
    </p:bg>
    <p:spTree>
      <p:nvGrpSpPr>
        <p:cNvPr id="17" name="Shape 17"/>
        <p:cNvGrpSpPr/>
        <p:nvPr/>
      </p:nvGrpSpPr>
      <p:grpSpPr>
        <a:xfrm>
          <a:off x="0" y="0"/>
          <a:ext cx="0" cy="0"/>
          <a:chOff x="0" y="0"/>
          <a:chExt cx="0" cy="0"/>
        </a:xfrm>
      </p:grpSpPr>
      <p:sp>
        <p:nvSpPr>
          <p:cNvPr id="18" name="Google Shape;18;p5"/>
          <p:cNvSpPr txBox="1"/>
          <p:nvPr/>
        </p:nvSpPr>
        <p:spPr>
          <a:xfrm>
            <a:off x="8383350" y="4763800"/>
            <a:ext cx="5025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800">
                <a:solidFill>
                  <a:srgbClr val="003194"/>
                </a:solidFill>
                <a:latin typeface="Lato"/>
                <a:ea typeface="Lato"/>
                <a:cs typeface="Lato"/>
                <a:sym typeface="Lato"/>
              </a:rPr>
              <a:t>p. </a:t>
            </a:r>
            <a:fld id="{00000000-1234-1234-1234-123412341234}" type="slidenum">
              <a:rPr lang="es" sz="800">
                <a:solidFill>
                  <a:srgbClr val="003194"/>
                </a:solidFill>
                <a:latin typeface="Lato"/>
                <a:ea typeface="Lato"/>
                <a:cs typeface="Lato"/>
                <a:sym typeface="Lato"/>
              </a:rPr>
              <a:t>‹#›</a:t>
            </a:fld>
            <a:endParaRPr>
              <a:solidFill>
                <a:srgbClr val="003194"/>
              </a:solidFill>
              <a:latin typeface="Lato"/>
              <a:ea typeface="Lato"/>
              <a:cs typeface="Lato"/>
              <a:sym typeface="Lato"/>
            </a:endParaRPr>
          </a:p>
        </p:txBody>
      </p:sp>
      <p:sp>
        <p:nvSpPr>
          <p:cNvPr id="19" name="Google Shape;19;p5"/>
          <p:cNvSpPr txBox="1"/>
          <p:nvPr>
            <p:ph type="title"/>
          </p:nvPr>
        </p:nvSpPr>
        <p:spPr>
          <a:xfrm>
            <a:off x="342000" y="226800"/>
            <a:ext cx="6709800" cy="385200"/>
          </a:xfrm>
          <a:prstGeom prst="rect">
            <a:avLst/>
          </a:prstGeom>
          <a:noFill/>
          <a:ln>
            <a:noFill/>
          </a:ln>
        </p:spPr>
        <p:txBody>
          <a:bodyPr anchorCtr="0" anchor="t" bIns="0" lIns="0" spcFirstLastPara="1" rIns="0" wrap="square" tIns="0">
            <a:noAutofit/>
          </a:bodyPr>
          <a:lstStyle>
            <a:lvl1pPr lvl="0">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imagen">
  <p:cSld name="CUSTOM_1">
    <p:spTree>
      <p:nvGrpSpPr>
        <p:cNvPr id="20" name="Shape 20"/>
        <p:cNvGrpSpPr/>
        <p:nvPr/>
      </p:nvGrpSpPr>
      <p:grpSpPr>
        <a:xfrm>
          <a:off x="0" y="0"/>
          <a:ext cx="0" cy="0"/>
          <a:chOff x="0" y="0"/>
          <a:chExt cx="0" cy="0"/>
        </a:xfrm>
      </p:grpSpPr>
      <p:sp>
        <p:nvSpPr>
          <p:cNvPr id="21" name="Google Shape;21;p6"/>
          <p:cNvSpPr/>
          <p:nvPr>
            <p:ph idx="2" type="pic"/>
          </p:nvPr>
        </p:nvSpPr>
        <p:spPr>
          <a:xfrm>
            <a:off x="75" y="-50"/>
            <a:ext cx="9144000" cy="51435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Blue">
  <p:cSld name="Título y objetos_1_1">
    <p:bg>
      <p:bgPr>
        <a:solidFill>
          <a:schemeClr val="dk1"/>
        </a:solidFill>
      </p:bgPr>
    </p:bg>
    <p:spTree>
      <p:nvGrpSpPr>
        <p:cNvPr id="22" name="Shape 22"/>
        <p:cNvGrpSpPr/>
        <p:nvPr/>
      </p:nvGrpSpPr>
      <p:grpSpPr>
        <a:xfrm>
          <a:off x="0" y="0"/>
          <a:ext cx="0" cy="0"/>
          <a:chOff x="0" y="0"/>
          <a:chExt cx="0" cy="0"/>
        </a:xfrm>
      </p:grpSpPr>
      <p:sp>
        <p:nvSpPr>
          <p:cNvPr id="23" name="Google Shape;23;p7"/>
          <p:cNvSpPr txBox="1"/>
          <p:nvPr>
            <p:ph type="title"/>
          </p:nvPr>
        </p:nvSpPr>
        <p:spPr>
          <a:xfrm>
            <a:off x="334525" y="3026821"/>
            <a:ext cx="8475000" cy="1939200"/>
          </a:xfrm>
          <a:prstGeom prst="rect">
            <a:avLst/>
          </a:prstGeom>
          <a:noFill/>
          <a:ln>
            <a:noFill/>
          </a:ln>
        </p:spPr>
        <p:txBody>
          <a:bodyPr anchorCtr="0" anchor="b" bIns="0" lIns="0" spcFirstLastPara="1" rIns="0" wrap="square" tIns="0">
            <a:noAutofit/>
          </a:bodyPr>
          <a:lstStyle>
            <a:lvl1pPr lvl="0">
              <a:lnSpc>
                <a:spcPct val="90000"/>
              </a:lnSpc>
              <a:spcBef>
                <a:spcPts val="0"/>
              </a:spcBef>
              <a:spcAft>
                <a:spcPts val="0"/>
              </a:spcAft>
              <a:buClr>
                <a:schemeClr val="lt1"/>
              </a:buClr>
              <a:buSzPts val="6700"/>
              <a:buFont typeface="Source Serif 4"/>
              <a:buNone/>
              <a:defRPr b="1" sz="6700">
                <a:solidFill>
                  <a:schemeClr val="lt1"/>
                </a:solidFill>
                <a:latin typeface="Source Serif 4"/>
                <a:ea typeface="Source Serif 4"/>
                <a:cs typeface="Source Serif 4"/>
                <a:sym typeface="Source Serif 4"/>
              </a:defRPr>
            </a:lvl1pPr>
            <a:lvl2pPr lvl="1">
              <a:lnSpc>
                <a:spcPct val="90000"/>
              </a:lnSpc>
              <a:spcBef>
                <a:spcPts val="0"/>
              </a:spcBef>
              <a:spcAft>
                <a:spcPts val="0"/>
              </a:spcAft>
              <a:buClr>
                <a:schemeClr val="lt1"/>
              </a:buClr>
              <a:buSzPts val="6700"/>
              <a:buFont typeface="Source Serif 4"/>
              <a:buNone/>
              <a:defRPr b="1" sz="6700">
                <a:solidFill>
                  <a:schemeClr val="lt1"/>
                </a:solidFill>
                <a:latin typeface="Source Serif 4"/>
                <a:ea typeface="Source Serif 4"/>
                <a:cs typeface="Source Serif 4"/>
                <a:sym typeface="Source Serif 4"/>
              </a:defRPr>
            </a:lvl2pPr>
            <a:lvl3pPr lvl="2">
              <a:lnSpc>
                <a:spcPct val="90000"/>
              </a:lnSpc>
              <a:spcBef>
                <a:spcPts val="0"/>
              </a:spcBef>
              <a:spcAft>
                <a:spcPts val="0"/>
              </a:spcAft>
              <a:buClr>
                <a:schemeClr val="lt1"/>
              </a:buClr>
              <a:buSzPts val="6700"/>
              <a:buFont typeface="Source Serif 4"/>
              <a:buNone/>
              <a:defRPr b="1" sz="6700">
                <a:solidFill>
                  <a:schemeClr val="lt1"/>
                </a:solidFill>
                <a:latin typeface="Source Serif 4"/>
                <a:ea typeface="Source Serif 4"/>
                <a:cs typeface="Source Serif 4"/>
                <a:sym typeface="Source Serif 4"/>
              </a:defRPr>
            </a:lvl3pPr>
            <a:lvl4pPr lvl="3">
              <a:lnSpc>
                <a:spcPct val="90000"/>
              </a:lnSpc>
              <a:spcBef>
                <a:spcPts val="0"/>
              </a:spcBef>
              <a:spcAft>
                <a:spcPts val="0"/>
              </a:spcAft>
              <a:buClr>
                <a:schemeClr val="lt1"/>
              </a:buClr>
              <a:buSzPts val="6700"/>
              <a:buFont typeface="Source Serif 4"/>
              <a:buNone/>
              <a:defRPr b="1" sz="6700">
                <a:solidFill>
                  <a:schemeClr val="lt1"/>
                </a:solidFill>
                <a:latin typeface="Source Serif 4"/>
                <a:ea typeface="Source Serif 4"/>
                <a:cs typeface="Source Serif 4"/>
                <a:sym typeface="Source Serif 4"/>
              </a:defRPr>
            </a:lvl4pPr>
            <a:lvl5pPr lvl="4">
              <a:lnSpc>
                <a:spcPct val="90000"/>
              </a:lnSpc>
              <a:spcBef>
                <a:spcPts val="0"/>
              </a:spcBef>
              <a:spcAft>
                <a:spcPts val="0"/>
              </a:spcAft>
              <a:buClr>
                <a:schemeClr val="lt1"/>
              </a:buClr>
              <a:buSzPts val="6700"/>
              <a:buFont typeface="Source Serif 4"/>
              <a:buNone/>
              <a:defRPr b="1" sz="6700">
                <a:solidFill>
                  <a:schemeClr val="lt1"/>
                </a:solidFill>
                <a:latin typeface="Source Serif 4"/>
                <a:ea typeface="Source Serif 4"/>
                <a:cs typeface="Source Serif 4"/>
                <a:sym typeface="Source Serif 4"/>
              </a:defRPr>
            </a:lvl5pPr>
            <a:lvl6pPr lvl="5">
              <a:lnSpc>
                <a:spcPct val="90000"/>
              </a:lnSpc>
              <a:spcBef>
                <a:spcPts val="0"/>
              </a:spcBef>
              <a:spcAft>
                <a:spcPts val="0"/>
              </a:spcAft>
              <a:buClr>
                <a:schemeClr val="lt1"/>
              </a:buClr>
              <a:buSzPts val="6700"/>
              <a:buFont typeface="Source Serif 4"/>
              <a:buNone/>
              <a:defRPr b="1" sz="6700">
                <a:solidFill>
                  <a:schemeClr val="lt1"/>
                </a:solidFill>
                <a:latin typeface="Source Serif 4"/>
                <a:ea typeface="Source Serif 4"/>
                <a:cs typeface="Source Serif 4"/>
                <a:sym typeface="Source Serif 4"/>
              </a:defRPr>
            </a:lvl6pPr>
            <a:lvl7pPr lvl="6">
              <a:lnSpc>
                <a:spcPct val="90000"/>
              </a:lnSpc>
              <a:spcBef>
                <a:spcPts val="0"/>
              </a:spcBef>
              <a:spcAft>
                <a:spcPts val="0"/>
              </a:spcAft>
              <a:buClr>
                <a:schemeClr val="lt1"/>
              </a:buClr>
              <a:buSzPts val="6700"/>
              <a:buFont typeface="Source Serif 4"/>
              <a:buNone/>
              <a:defRPr b="1" sz="6700">
                <a:solidFill>
                  <a:schemeClr val="lt1"/>
                </a:solidFill>
                <a:latin typeface="Source Serif 4"/>
                <a:ea typeface="Source Serif 4"/>
                <a:cs typeface="Source Serif 4"/>
                <a:sym typeface="Source Serif 4"/>
              </a:defRPr>
            </a:lvl7pPr>
            <a:lvl8pPr lvl="7">
              <a:lnSpc>
                <a:spcPct val="90000"/>
              </a:lnSpc>
              <a:spcBef>
                <a:spcPts val="0"/>
              </a:spcBef>
              <a:spcAft>
                <a:spcPts val="0"/>
              </a:spcAft>
              <a:buClr>
                <a:schemeClr val="lt1"/>
              </a:buClr>
              <a:buSzPts val="6700"/>
              <a:buFont typeface="Source Serif 4"/>
              <a:buNone/>
              <a:defRPr b="1" sz="6700">
                <a:solidFill>
                  <a:schemeClr val="lt1"/>
                </a:solidFill>
                <a:latin typeface="Source Serif 4"/>
                <a:ea typeface="Source Serif 4"/>
                <a:cs typeface="Source Serif 4"/>
                <a:sym typeface="Source Serif 4"/>
              </a:defRPr>
            </a:lvl8pPr>
            <a:lvl9pPr lvl="8">
              <a:lnSpc>
                <a:spcPct val="90000"/>
              </a:lnSpc>
              <a:spcBef>
                <a:spcPts val="0"/>
              </a:spcBef>
              <a:spcAft>
                <a:spcPts val="0"/>
              </a:spcAft>
              <a:buClr>
                <a:schemeClr val="lt1"/>
              </a:buClr>
              <a:buSzPts val="6700"/>
              <a:buFont typeface="Source Serif 4"/>
              <a:buNone/>
              <a:defRPr b="1" sz="6700">
                <a:solidFill>
                  <a:schemeClr val="lt1"/>
                </a:solidFill>
                <a:latin typeface="Source Serif 4"/>
                <a:ea typeface="Source Serif 4"/>
                <a:cs typeface="Source Serif 4"/>
                <a:sym typeface="Source Serif 4"/>
              </a:defRPr>
            </a:lvl9pPr>
          </a:lstStyle>
          <a:p/>
        </p:txBody>
      </p:sp>
      <p:pic>
        <p:nvPicPr>
          <p:cNvPr id="24" name="Google Shape;24;p7" title="Technology_RGB_white.png"/>
          <p:cNvPicPr preferRelativeResize="0"/>
          <p:nvPr/>
        </p:nvPicPr>
        <p:blipFill rotWithShape="1">
          <a:blip r:embed="rId2">
            <a:alphaModFix/>
          </a:blip>
          <a:srcRect b="-5214" l="0" r="0" t="-4785"/>
          <a:stretch/>
        </p:blipFill>
        <p:spPr>
          <a:xfrm>
            <a:off x="344875" y="273775"/>
            <a:ext cx="722575" cy="292775"/>
          </a:xfrm>
          <a:prstGeom prst="rect">
            <a:avLst/>
          </a:prstGeom>
          <a:noFill/>
          <a:ln>
            <a:noFill/>
          </a:ln>
        </p:spPr>
      </p:pic>
      <p:sp>
        <p:nvSpPr>
          <p:cNvPr id="25" name="Google Shape;25;p7"/>
          <p:cNvSpPr txBox="1"/>
          <p:nvPr>
            <p:ph idx="1" type="subTitle"/>
          </p:nvPr>
        </p:nvSpPr>
        <p:spPr>
          <a:xfrm>
            <a:off x="339854" y="2652147"/>
            <a:ext cx="3863100" cy="2166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lt1"/>
              </a:buClr>
              <a:buSzPts val="1200"/>
              <a:buFont typeface="Lato"/>
              <a:buNone/>
              <a:defRPr sz="1200">
                <a:solidFill>
                  <a:schemeClr val="lt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Blue  con micro">
  <p:cSld name="Título y objetos_1_1_3">
    <p:bg>
      <p:bgPr>
        <a:solidFill>
          <a:schemeClr val="dk1"/>
        </a:solidFill>
      </p:bgPr>
    </p:bg>
    <p:spTree>
      <p:nvGrpSpPr>
        <p:cNvPr id="26" name="Shape 26"/>
        <p:cNvGrpSpPr/>
        <p:nvPr/>
      </p:nvGrpSpPr>
      <p:grpSpPr>
        <a:xfrm>
          <a:off x="0" y="0"/>
          <a:ext cx="0" cy="0"/>
          <a:chOff x="0" y="0"/>
          <a:chExt cx="0" cy="0"/>
        </a:xfrm>
      </p:grpSpPr>
      <p:sp>
        <p:nvSpPr>
          <p:cNvPr id="27" name="Google Shape;27;p8"/>
          <p:cNvSpPr txBox="1"/>
          <p:nvPr>
            <p:ph type="title"/>
          </p:nvPr>
        </p:nvSpPr>
        <p:spPr>
          <a:xfrm>
            <a:off x="334525" y="2139598"/>
            <a:ext cx="5681100" cy="1395900"/>
          </a:xfrm>
          <a:prstGeom prst="rect">
            <a:avLst/>
          </a:prstGeom>
          <a:noFill/>
          <a:ln>
            <a:noFill/>
          </a:ln>
        </p:spPr>
        <p:txBody>
          <a:bodyPr anchorCtr="0" anchor="t" bIns="0" lIns="0" spcFirstLastPara="1" rIns="0" wrap="square" tIns="0">
            <a:noAutofit/>
          </a:bodyPr>
          <a:lstStyle>
            <a:lvl1pPr lvl="0">
              <a:lnSpc>
                <a:spcPct val="90000"/>
              </a:lnSpc>
              <a:spcBef>
                <a:spcPts val="0"/>
              </a:spcBef>
              <a:spcAft>
                <a:spcPts val="0"/>
              </a:spcAft>
              <a:buClr>
                <a:schemeClr val="lt1"/>
              </a:buClr>
              <a:buSzPts val="7200"/>
              <a:buFont typeface="Source Serif 4"/>
              <a:buNone/>
              <a:defRPr b="1" sz="7200">
                <a:solidFill>
                  <a:schemeClr val="lt1"/>
                </a:solidFill>
                <a:latin typeface="Source Serif 4"/>
                <a:ea typeface="Source Serif 4"/>
                <a:cs typeface="Source Serif 4"/>
                <a:sym typeface="Source Serif 4"/>
              </a:defRPr>
            </a:lvl1pPr>
            <a:lvl2pPr lvl="1">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2pPr>
            <a:lvl3pPr lvl="2">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3pPr>
            <a:lvl4pPr lvl="3">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4pPr>
            <a:lvl5pPr lvl="4">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5pPr>
            <a:lvl6pPr lvl="5">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6pPr>
            <a:lvl7pPr lvl="6">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7pPr>
            <a:lvl8pPr lvl="7">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8pPr>
            <a:lvl9pPr lvl="8">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9pPr>
          </a:lstStyle>
          <a:p/>
        </p:txBody>
      </p:sp>
      <p:sp>
        <p:nvSpPr>
          <p:cNvPr id="28" name="Google Shape;28;p8"/>
          <p:cNvSpPr txBox="1"/>
          <p:nvPr>
            <p:ph idx="1" type="subTitle"/>
          </p:nvPr>
        </p:nvSpPr>
        <p:spPr>
          <a:xfrm>
            <a:off x="348425" y="1798700"/>
            <a:ext cx="4421700" cy="2712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lt1"/>
              </a:buClr>
              <a:buSzPts val="1400"/>
              <a:buFont typeface="Lato"/>
              <a:buNone/>
              <a:defRPr>
                <a:solidFill>
                  <a:schemeClr val="lt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9" name="Google Shape;29;p8" title="Technology_RGB_white.png"/>
          <p:cNvPicPr preferRelativeResize="0"/>
          <p:nvPr/>
        </p:nvPicPr>
        <p:blipFill rotWithShape="1">
          <a:blip r:embed="rId2">
            <a:alphaModFix/>
          </a:blip>
          <a:srcRect b="-5214" l="0" r="0" t="-4785"/>
          <a:stretch/>
        </p:blipFill>
        <p:spPr>
          <a:xfrm>
            <a:off x="344875" y="273775"/>
            <a:ext cx="722575" cy="2927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Blue con Foto">
  <p:cSld name="Título y objetos_1_1_2">
    <p:bg>
      <p:bgPr>
        <a:solidFill>
          <a:schemeClr val="dk1"/>
        </a:solidFill>
      </p:bgPr>
    </p:bg>
    <p:spTree>
      <p:nvGrpSpPr>
        <p:cNvPr id="30" name="Shape 30"/>
        <p:cNvGrpSpPr/>
        <p:nvPr/>
      </p:nvGrpSpPr>
      <p:grpSpPr>
        <a:xfrm>
          <a:off x="0" y="0"/>
          <a:ext cx="0" cy="0"/>
          <a:chOff x="0" y="0"/>
          <a:chExt cx="0" cy="0"/>
        </a:xfrm>
      </p:grpSpPr>
      <p:sp>
        <p:nvSpPr>
          <p:cNvPr id="31" name="Google Shape;31;p9"/>
          <p:cNvSpPr/>
          <p:nvPr>
            <p:ph idx="2" type="pic"/>
          </p:nvPr>
        </p:nvSpPr>
        <p:spPr>
          <a:xfrm>
            <a:off x="4970225" y="344875"/>
            <a:ext cx="3839100" cy="4462800"/>
          </a:xfrm>
          <a:prstGeom prst="roundRect">
            <a:avLst>
              <a:gd fmla="val 3752" name="adj"/>
            </a:avLst>
          </a:prstGeom>
          <a:noFill/>
          <a:ln>
            <a:noFill/>
          </a:ln>
        </p:spPr>
      </p:sp>
      <p:sp>
        <p:nvSpPr>
          <p:cNvPr id="32" name="Google Shape;32;p9"/>
          <p:cNvSpPr txBox="1"/>
          <p:nvPr>
            <p:ph type="title"/>
          </p:nvPr>
        </p:nvSpPr>
        <p:spPr>
          <a:xfrm>
            <a:off x="334525" y="1117095"/>
            <a:ext cx="3905700" cy="1395900"/>
          </a:xfrm>
          <a:prstGeom prst="rect">
            <a:avLst/>
          </a:prstGeom>
          <a:noFill/>
          <a:ln>
            <a:noFill/>
          </a:ln>
        </p:spPr>
        <p:txBody>
          <a:bodyPr anchorCtr="0" anchor="t" bIns="0" lIns="0" spcFirstLastPara="1" rIns="0" wrap="square" tIns="0">
            <a:noAutofit/>
          </a:bodyPr>
          <a:lstStyle>
            <a:lvl1pPr lvl="0">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1pPr>
            <a:lvl2pPr lvl="1">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2pPr>
            <a:lvl3pPr lvl="2">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3pPr>
            <a:lvl4pPr lvl="3">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4pPr>
            <a:lvl5pPr lvl="4">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5pPr>
            <a:lvl6pPr lvl="5">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6pPr>
            <a:lvl7pPr lvl="6">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7pPr>
            <a:lvl8pPr lvl="7">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8pPr>
            <a:lvl9pPr lvl="8">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9pPr>
          </a:lstStyle>
          <a:p/>
        </p:txBody>
      </p:sp>
      <p:sp>
        <p:nvSpPr>
          <p:cNvPr id="33" name="Google Shape;33;p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solidFill>
                  <a:schemeClr val="lt1"/>
                </a:solidFill>
                <a:latin typeface="Source Serif 4 Black"/>
                <a:ea typeface="Source Serif 4 Black"/>
                <a:cs typeface="Source Serif 4 Black"/>
                <a:sym typeface="Source Serif 4 Black"/>
              </a:defRPr>
            </a:lvl1pPr>
            <a:lvl2pPr lvl="1">
              <a:buNone/>
              <a:defRPr>
                <a:solidFill>
                  <a:schemeClr val="lt1"/>
                </a:solidFill>
                <a:latin typeface="Source Serif 4 Black"/>
                <a:ea typeface="Source Serif 4 Black"/>
                <a:cs typeface="Source Serif 4 Black"/>
                <a:sym typeface="Source Serif 4 Black"/>
              </a:defRPr>
            </a:lvl2pPr>
            <a:lvl3pPr lvl="2">
              <a:buNone/>
              <a:defRPr>
                <a:solidFill>
                  <a:schemeClr val="lt1"/>
                </a:solidFill>
                <a:latin typeface="Source Serif 4 Black"/>
                <a:ea typeface="Source Serif 4 Black"/>
                <a:cs typeface="Source Serif 4 Black"/>
                <a:sym typeface="Source Serif 4 Black"/>
              </a:defRPr>
            </a:lvl3pPr>
            <a:lvl4pPr lvl="3">
              <a:buNone/>
              <a:defRPr>
                <a:solidFill>
                  <a:schemeClr val="lt1"/>
                </a:solidFill>
                <a:latin typeface="Source Serif 4 Black"/>
                <a:ea typeface="Source Serif 4 Black"/>
                <a:cs typeface="Source Serif 4 Black"/>
                <a:sym typeface="Source Serif 4 Black"/>
              </a:defRPr>
            </a:lvl4pPr>
            <a:lvl5pPr lvl="4">
              <a:buNone/>
              <a:defRPr>
                <a:solidFill>
                  <a:schemeClr val="lt1"/>
                </a:solidFill>
                <a:latin typeface="Source Serif 4 Black"/>
                <a:ea typeface="Source Serif 4 Black"/>
                <a:cs typeface="Source Serif 4 Black"/>
                <a:sym typeface="Source Serif 4 Black"/>
              </a:defRPr>
            </a:lvl5pPr>
            <a:lvl6pPr lvl="5">
              <a:buNone/>
              <a:defRPr>
                <a:solidFill>
                  <a:schemeClr val="lt1"/>
                </a:solidFill>
                <a:latin typeface="Source Serif 4 Black"/>
                <a:ea typeface="Source Serif 4 Black"/>
                <a:cs typeface="Source Serif 4 Black"/>
                <a:sym typeface="Source Serif 4 Black"/>
              </a:defRPr>
            </a:lvl6pPr>
            <a:lvl7pPr lvl="6">
              <a:buNone/>
              <a:defRPr>
                <a:solidFill>
                  <a:schemeClr val="lt1"/>
                </a:solidFill>
                <a:latin typeface="Source Serif 4 Black"/>
                <a:ea typeface="Source Serif 4 Black"/>
                <a:cs typeface="Source Serif 4 Black"/>
                <a:sym typeface="Source Serif 4 Black"/>
              </a:defRPr>
            </a:lvl7pPr>
            <a:lvl8pPr lvl="7">
              <a:buNone/>
              <a:defRPr>
                <a:solidFill>
                  <a:schemeClr val="lt1"/>
                </a:solidFill>
                <a:latin typeface="Source Serif 4 Black"/>
                <a:ea typeface="Source Serif 4 Black"/>
                <a:cs typeface="Source Serif 4 Black"/>
                <a:sym typeface="Source Serif 4 Black"/>
              </a:defRPr>
            </a:lvl8pPr>
            <a:lvl9pPr lvl="8">
              <a:buNone/>
              <a:defRPr>
                <a:solidFill>
                  <a:schemeClr val="lt1"/>
                </a:solidFill>
                <a:latin typeface="Source Serif 4 Black"/>
                <a:ea typeface="Source Serif 4 Black"/>
                <a:cs typeface="Source Serif 4 Black"/>
                <a:sym typeface="Source Serif 4 Black"/>
              </a:defRPr>
            </a:lvl9pPr>
          </a:lstStyle>
          <a:p>
            <a:pPr indent="0" lvl="0" marL="0" rtl="0" algn="l">
              <a:spcBef>
                <a:spcPts val="0"/>
              </a:spcBef>
              <a:spcAft>
                <a:spcPts val="0"/>
              </a:spcAft>
              <a:buNone/>
            </a:pPr>
            <a:fld id="{00000000-1234-1234-1234-123412341234}" type="slidenum">
              <a:rPr lang="es"/>
              <a:t>‹#›</a:t>
            </a:fld>
            <a:endParaRPr/>
          </a:p>
        </p:txBody>
      </p:sp>
      <p:cxnSp>
        <p:nvCxnSpPr>
          <p:cNvPr id="34" name="Google Shape;34;p9"/>
          <p:cNvCxnSpPr/>
          <p:nvPr/>
        </p:nvCxnSpPr>
        <p:spPr>
          <a:xfrm>
            <a:off x="4462650" y="343950"/>
            <a:ext cx="0" cy="4429200"/>
          </a:xfrm>
          <a:prstGeom prst="straightConnector1">
            <a:avLst/>
          </a:prstGeom>
          <a:noFill/>
          <a:ln cap="flat" cmpd="sng" w="9525">
            <a:solidFill>
              <a:srgbClr val="ADB8C2"/>
            </a:solidFill>
            <a:prstDash val="solid"/>
            <a:round/>
            <a:headEnd len="med" w="med" type="none"/>
            <a:tailEnd len="med" w="med" type="none"/>
          </a:ln>
        </p:spPr>
      </p:cxnSp>
      <p:sp>
        <p:nvSpPr>
          <p:cNvPr id="35" name="Google Shape;35;p9"/>
          <p:cNvSpPr txBox="1"/>
          <p:nvPr>
            <p:ph idx="1" type="subTitle"/>
          </p:nvPr>
        </p:nvSpPr>
        <p:spPr>
          <a:xfrm>
            <a:off x="346425" y="4150050"/>
            <a:ext cx="3620700" cy="2886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lt1"/>
              </a:buClr>
              <a:buSzPts val="1800"/>
              <a:buFont typeface="Lato"/>
              <a:buNone/>
              <a:defRPr sz="1800">
                <a:solidFill>
                  <a:schemeClr val="lt1"/>
                </a:solidFill>
                <a:latin typeface="Lato"/>
                <a:ea typeface="Lato"/>
                <a:cs typeface="Lato"/>
                <a:sym typeface="Lato"/>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36" name="Google Shape;36;p9" title="Technology_RGB_white.png"/>
          <p:cNvPicPr preferRelativeResize="0"/>
          <p:nvPr/>
        </p:nvPicPr>
        <p:blipFill rotWithShape="1">
          <a:blip r:embed="rId2">
            <a:alphaModFix/>
          </a:blip>
          <a:srcRect b="-5214" l="0" r="0" t="-4785"/>
          <a:stretch/>
        </p:blipFill>
        <p:spPr>
          <a:xfrm>
            <a:off x="344875" y="273775"/>
            <a:ext cx="722575" cy="2927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Sand">
  <p:cSld name="Título y objetos_1_1_1">
    <p:bg>
      <p:bgPr>
        <a:solidFill>
          <a:schemeClr val="lt2"/>
        </a:solidFill>
      </p:bgPr>
    </p:bg>
    <p:spTree>
      <p:nvGrpSpPr>
        <p:cNvPr id="37" name="Shape 37"/>
        <p:cNvGrpSpPr/>
        <p:nvPr/>
      </p:nvGrpSpPr>
      <p:grpSpPr>
        <a:xfrm>
          <a:off x="0" y="0"/>
          <a:ext cx="0" cy="0"/>
          <a:chOff x="0" y="0"/>
          <a:chExt cx="0" cy="0"/>
        </a:xfrm>
      </p:grpSpPr>
      <p:pic>
        <p:nvPicPr>
          <p:cNvPr id="38" name="Google Shape;38;p10" title="Technology_RGB.png"/>
          <p:cNvPicPr preferRelativeResize="0"/>
          <p:nvPr/>
        </p:nvPicPr>
        <p:blipFill rotWithShape="1">
          <a:blip r:embed="rId2">
            <a:alphaModFix/>
          </a:blip>
          <a:srcRect b="-41191" l="-10094" r="-18325" t="-18095"/>
          <a:stretch/>
        </p:blipFill>
        <p:spPr>
          <a:xfrm>
            <a:off x="271975" y="239975"/>
            <a:ext cx="927900" cy="423950"/>
          </a:xfrm>
          <a:prstGeom prst="rect">
            <a:avLst/>
          </a:prstGeom>
          <a:noFill/>
          <a:ln>
            <a:noFill/>
          </a:ln>
        </p:spPr>
      </p:pic>
      <p:sp>
        <p:nvSpPr>
          <p:cNvPr id="39" name="Google Shape;39;p10"/>
          <p:cNvSpPr txBox="1"/>
          <p:nvPr>
            <p:ph type="title"/>
          </p:nvPr>
        </p:nvSpPr>
        <p:spPr>
          <a:xfrm>
            <a:off x="334525" y="2488200"/>
            <a:ext cx="7159200" cy="979800"/>
          </a:xfrm>
          <a:prstGeom prst="rect">
            <a:avLst/>
          </a:prstGeom>
          <a:noFill/>
          <a:ln>
            <a:noFill/>
          </a:ln>
        </p:spPr>
        <p:txBody>
          <a:bodyPr anchorCtr="0" anchor="t" bIns="0" lIns="0" spcFirstLastPara="1" rIns="0" wrap="square" tIns="0">
            <a:noAutofit/>
          </a:bodyPr>
          <a:lstStyle>
            <a:lvl1pPr lvl="0">
              <a:lnSpc>
                <a:spcPct val="90000"/>
              </a:lnSpc>
              <a:spcBef>
                <a:spcPts val="0"/>
              </a:spcBef>
              <a:spcAft>
                <a:spcPts val="0"/>
              </a:spcAft>
              <a:buClr>
                <a:schemeClr val="dk1"/>
              </a:buClr>
              <a:buSzPts val="7200"/>
              <a:buFont typeface="Source Serif 4"/>
              <a:buNone/>
              <a:defRPr b="1" sz="7200">
                <a:solidFill>
                  <a:schemeClr val="dk1"/>
                </a:solidFill>
                <a:latin typeface="Source Serif 4"/>
                <a:ea typeface="Source Serif 4"/>
                <a:cs typeface="Source Serif 4"/>
                <a:sym typeface="Source Serif 4"/>
              </a:defRPr>
            </a:lvl1pPr>
            <a:lvl2pPr lvl="1">
              <a:lnSpc>
                <a:spcPct val="90000"/>
              </a:lnSpc>
              <a:spcBef>
                <a:spcPts val="0"/>
              </a:spcBef>
              <a:spcAft>
                <a:spcPts val="0"/>
              </a:spcAft>
              <a:buClr>
                <a:schemeClr val="dk1"/>
              </a:buClr>
              <a:buSzPts val="7200"/>
              <a:buFont typeface="Source Serif 4 Black"/>
              <a:buNone/>
              <a:defRPr sz="7200">
                <a:solidFill>
                  <a:schemeClr val="dk1"/>
                </a:solidFill>
                <a:latin typeface="Source Serif 4 Black"/>
                <a:ea typeface="Source Serif 4 Black"/>
                <a:cs typeface="Source Serif 4 Black"/>
                <a:sym typeface="Source Serif 4 Black"/>
              </a:defRPr>
            </a:lvl2pPr>
            <a:lvl3pPr lvl="2">
              <a:lnSpc>
                <a:spcPct val="90000"/>
              </a:lnSpc>
              <a:spcBef>
                <a:spcPts val="0"/>
              </a:spcBef>
              <a:spcAft>
                <a:spcPts val="0"/>
              </a:spcAft>
              <a:buClr>
                <a:schemeClr val="dk1"/>
              </a:buClr>
              <a:buSzPts val="7200"/>
              <a:buFont typeface="Source Serif 4 Black"/>
              <a:buNone/>
              <a:defRPr sz="7200">
                <a:solidFill>
                  <a:schemeClr val="dk1"/>
                </a:solidFill>
                <a:latin typeface="Source Serif 4 Black"/>
                <a:ea typeface="Source Serif 4 Black"/>
                <a:cs typeface="Source Serif 4 Black"/>
                <a:sym typeface="Source Serif 4 Black"/>
              </a:defRPr>
            </a:lvl3pPr>
            <a:lvl4pPr lvl="3">
              <a:lnSpc>
                <a:spcPct val="90000"/>
              </a:lnSpc>
              <a:spcBef>
                <a:spcPts val="0"/>
              </a:spcBef>
              <a:spcAft>
                <a:spcPts val="0"/>
              </a:spcAft>
              <a:buClr>
                <a:schemeClr val="dk1"/>
              </a:buClr>
              <a:buSzPts val="7200"/>
              <a:buFont typeface="Source Serif 4 Black"/>
              <a:buNone/>
              <a:defRPr sz="7200">
                <a:solidFill>
                  <a:schemeClr val="dk1"/>
                </a:solidFill>
                <a:latin typeface="Source Serif 4 Black"/>
                <a:ea typeface="Source Serif 4 Black"/>
                <a:cs typeface="Source Serif 4 Black"/>
                <a:sym typeface="Source Serif 4 Black"/>
              </a:defRPr>
            </a:lvl4pPr>
            <a:lvl5pPr lvl="4">
              <a:lnSpc>
                <a:spcPct val="90000"/>
              </a:lnSpc>
              <a:spcBef>
                <a:spcPts val="0"/>
              </a:spcBef>
              <a:spcAft>
                <a:spcPts val="0"/>
              </a:spcAft>
              <a:buClr>
                <a:schemeClr val="dk1"/>
              </a:buClr>
              <a:buSzPts val="7200"/>
              <a:buFont typeface="Source Serif 4 Black"/>
              <a:buNone/>
              <a:defRPr sz="7200">
                <a:solidFill>
                  <a:schemeClr val="dk1"/>
                </a:solidFill>
                <a:latin typeface="Source Serif 4 Black"/>
                <a:ea typeface="Source Serif 4 Black"/>
                <a:cs typeface="Source Serif 4 Black"/>
                <a:sym typeface="Source Serif 4 Black"/>
              </a:defRPr>
            </a:lvl5pPr>
            <a:lvl6pPr lvl="5">
              <a:lnSpc>
                <a:spcPct val="90000"/>
              </a:lnSpc>
              <a:spcBef>
                <a:spcPts val="0"/>
              </a:spcBef>
              <a:spcAft>
                <a:spcPts val="0"/>
              </a:spcAft>
              <a:buClr>
                <a:schemeClr val="dk1"/>
              </a:buClr>
              <a:buSzPts val="7200"/>
              <a:buFont typeface="Source Serif 4 Black"/>
              <a:buNone/>
              <a:defRPr sz="7200">
                <a:solidFill>
                  <a:schemeClr val="dk1"/>
                </a:solidFill>
                <a:latin typeface="Source Serif 4 Black"/>
                <a:ea typeface="Source Serif 4 Black"/>
                <a:cs typeface="Source Serif 4 Black"/>
                <a:sym typeface="Source Serif 4 Black"/>
              </a:defRPr>
            </a:lvl6pPr>
            <a:lvl7pPr lvl="6">
              <a:lnSpc>
                <a:spcPct val="90000"/>
              </a:lnSpc>
              <a:spcBef>
                <a:spcPts val="0"/>
              </a:spcBef>
              <a:spcAft>
                <a:spcPts val="0"/>
              </a:spcAft>
              <a:buClr>
                <a:schemeClr val="dk1"/>
              </a:buClr>
              <a:buSzPts val="7200"/>
              <a:buFont typeface="Source Serif 4 Black"/>
              <a:buNone/>
              <a:defRPr sz="7200">
                <a:solidFill>
                  <a:schemeClr val="dk1"/>
                </a:solidFill>
                <a:latin typeface="Source Serif 4 Black"/>
                <a:ea typeface="Source Serif 4 Black"/>
                <a:cs typeface="Source Serif 4 Black"/>
                <a:sym typeface="Source Serif 4 Black"/>
              </a:defRPr>
            </a:lvl7pPr>
            <a:lvl8pPr lvl="7">
              <a:lnSpc>
                <a:spcPct val="90000"/>
              </a:lnSpc>
              <a:spcBef>
                <a:spcPts val="0"/>
              </a:spcBef>
              <a:spcAft>
                <a:spcPts val="0"/>
              </a:spcAft>
              <a:buClr>
                <a:schemeClr val="dk1"/>
              </a:buClr>
              <a:buSzPts val="7200"/>
              <a:buFont typeface="Source Serif 4 Black"/>
              <a:buNone/>
              <a:defRPr sz="7200">
                <a:solidFill>
                  <a:schemeClr val="dk1"/>
                </a:solidFill>
                <a:latin typeface="Source Serif 4 Black"/>
                <a:ea typeface="Source Serif 4 Black"/>
                <a:cs typeface="Source Serif 4 Black"/>
                <a:sym typeface="Source Serif 4 Black"/>
              </a:defRPr>
            </a:lvl8pPr>
            <a:lvl9pPr lvl="8">
              <a:lnSpc>
                <a:spcPct val="90000"/>
              </a:lnSpc>
              <a:spcBef>
                <a:spcPts val="0"/>
              </a:spcBef>
              <a:spcAft>
                <a:spcPts val="0"/>
              </a:spcAft>
              <a:buClr>
                <a:schemeClr val="dk1"/>
              </a:buClr>
              <a:buSzPts val="7200"/>
              <a:buFont typeface="Source Serif 4 Black"/>
              <a:buNone/>
              <a:defRPr sz="7200">
                <a:solidFill>
                  <a:schemeClr val="dk1"/>
                </a:solidFill>
                <a:latin typeface="Source Serif 4 Black"/>
                <a:ea typeface="Source Serif 4 Black"/>
                <a:cs typeface="Source Serif 4 Black"/>
                <a:sym typeface="Source Serif 4 Black"/>
              </a:defRPr>
            </a:lvl9pPr>
          </a:lstStyle>
          <a:p/>
        </p:txBody>
      </p:sp>
      <p:sp>
        <p:nvSpPr>
          <p:cNvPr id="40" name="Google Shape;40;p10"/>
          <p:cNvSpPr txBox="1"/>
          <p:nvPr>
            <p:ph idx="1" type="subTitle"/>
          </p:nvPr>
        </p:nvSpPr>
        <p:spPr>
          <a:xfrm>
            <a:off x="332678" y="2217775"/>
            <a:ext cx="4854300" cy="2964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dk1"/>
              </a:buClr>
              <a:buSzPts val="1400"/>
              <a:buFont typeface="Lato"/>
              <a:buNone/>
              <a:defRPr>
                <a:solidFill>
                  <a:schemeClr val="dk1"/>
                </a:solidFill>
                <a:latin typeface="Lato"/>
                <a:ea typeface="Lato"/>
                <a:cs typeface="Lato"/>
                <a:sym typeface="Lato"/>
              </a:defRPr>
            </a:lvl1pPr>
            <a:lvl2pPr lvl="1">
              <a:spcBef>
                <a:spcPts val="0"/>
              </a:spcBef>
              <a:spcAft>
                <a:spcPts val="0"/>
              </a:spcAft>
              <a:buClr>
                <a:schemeClr val="dk1"/>
              </a:buClr>
              <a:buSzPts val="1400"/>
              <a:buFont typeface="Lato"/>
              <a:buNone/>
              <a:defRPr>
                <a:solidFill>
                  <a:schemeClr val="dk1"/>
                </a:solidFill>
                <a:latin typeface="Lato"/>
                <a:ea typeface="Lato"/>
                <a:cs typeface="Lato"/>
                <a:sym typeface="Lato"/>
              </a:defRPr>
            </a:lvl2pPr>
            <a:lvl3pPr lvl="2">
              <a:spcBef>
                <a:spcPts val="0"/>
              </a:spcBef>
              <a:spcAft>
                <a:spcPts val="0"/>
              </a:spcAft>
              <a:buClr>
                <a:schemeClr val="dk1"/>
              </a:buClr>
              <a:buSzPts val="1400"/>
              <a:buFont typeface="Lato"/>
              <a:buNone/>
              <a:defRPr>
                <a:solidFill>
                  <a:schemeClr val="dk1"/>
                </a:solidFill>
                <a:latin typeface="Lato"/>
                <a:ea typeface="Lato"/>
                <a:cs typeface="Lato"/>
                <a:sym typeface="Lato"/>
              </a:defRPr>
            </a:lvl3pPr>
            <a:lvl4pPr lvl="3">
              <a:spcBef>
                <a:spcPts val="0"/>
              </a:spcBef>
              <a:spcAft>
                <a:spcPts val="0"/>
              </a:spcAft>
              <a:buClr>
                <a:schemeClr val="dk1"/>
              </a:buClr>
              <a:buSzPts val="1400"/>
              <a:buFont typeface="Lato"/>
              <a:buNone/>
              <a:defRPr>
                <a:solidFill>
                  <a:schemeClr val="dk1"/>
                </a:solidFill>
                <a:latin typeface="Lato"/>
                <a:ea typeface="Lato"/>
                <a:cs typeface="Lato"/>
                <a:sym typeface="Lato"/>
              </a:defRPr>
            </a:lvl4pPr>
            <a:lvl5pPr lvl="4">
              <a:spcBef>
                <a:spcPts val="0"/>
              </a:spcBef>
              <a:spcAft>
                <a:spcPts val="0"/>
              </a:spcAft>
              <a:buClr>
                <a:schemeClr val="dk1"/>
              </a:buClr>
              <a:buSzPts val="1400"/>
              <a:buFont typeface="Lato"/>
              <a:buNone/>
              <a:defRPr>
                <a:solidFill>
                  <a:schemeClr val="dk1"/>
                </a:solidFill>
                <a:latin typeface="Lato"/>
                <a:ea typeface="Lato"/>
                <a:cs typeface="Lato"/>
                <a:sym typeface="Lato"/>
              </a:defRPr>
            </a:lvl5pPr>
            <a:lvl6pPr lvl="5">
              <a:spcBef>
                <a:spcPts val="0"/>
              </a:spcBef>
              <a:spcAft>
                <a:spcPts val="0"/>
              </a:spcAft>
              <a:buClr>
                <a:schemeClr val="dk1"/>
              </a:buClr>
              <a:buSzPts val="1400"/>
              <a:buFont typeface="Lato"/>
              <a:buNone/>
              <a:defRPr>
                <a:solidFill>
                  <a:schemeClr val="dk1"/>
                </a:solidFill>
                <a:latin typeface="Lato"/>
                <a:ea typeface="Lato"/>
                <a:cs typeface="Lato"/>
                <a:sym typeface="Lato"/>
              </a:defRPr>
            </a:lvl6pPr>
            <a:lvl7pPr lvl="6">
              <a:spcBef>
                <a:spcPts val="0"/>
              </a:spcBef>
              <a:spcAft>
                <a:spcPts val="0"/>
              </a:spcAft>
              <a:buClr>
                <a:schemeClr val="dk1"/>
              </a:buClr>
              <a:buSzPts val="1400"/>
              <a:buFont typeface="Lato"/>
              <a:buNone/>
              <a:defRPr>
                <a:solidFill>
                  <a:schemeClr val="dk1"/>
                </a:solidFill>
                <a:latin typeface="Lato"/>
                <a:ea typeface="Lato"/>
                <a:cs typeface="Lato"/>
                <a:sym typeface="Lato"/>
              </a:defRPr>
            </a:lvl7pPr>
            <a:lvl8pPr lvl="7">
              <a:spcBef>
                <a:spcPts val="0"/>
              </a:spcBef>
              <a:spcAft>
                <a:spcPts val="0"/>
              </a:spcAft>
              <a:buClr>
                <a:schemeClr val="dk1"/>
              </a:buClr>
              <a:buSzPts val="1400"/>
              <a:buFont typeface="Lato"/>
              <a:buNone/>
              <a:defRPr>
                <a:solidFill>
                  <a:schemeClr val="dk1"/>
                </a:solidFill>
                <a:latin typeface="Lato"/>
                <a:ea typeface="Lato"/>
                <a:cs typeface="Lato"/>
                <a:sym typeface="Lato"/>
              </a:defRPr>
            </a:lvl8pPr>
            <a:lvl9pPr lvl="8">
              <a:spcBef>
                <a:spcPts val="0"/>
              </a:spcBef>
              <a:spcAft>
                <a:spcPts val="0"/>
              </a:spcAft>
              <a:buClr>
                <a:schemeClr val="dk1"/>
              </a:buClr>
              <a:buSzPts val="1400"/>
              <a:buFont typeface="Lato"/>
              <a:buNone/>
              <a:defRPr>
                <a:solidFill>
                  <a:schemeClr val="dk1"/>
                </a:solidFill>
                <a:latin typeface="Lato"/>
                <a:ea typeface="Lato"/>
                <a:cs typeface="Lato"/>
                <a:sym typeface="Lat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illa 1">
  <p:cSld name="1_Diapositiva de título">
    <p:bg>
      <p:bgPr>
        <a:solidFill>
          <a:schemeClr val="accent1"/>
        </a:solidFill>
      </p:bgPr>
    </p:bg>
    <p:spTree>
      <p:nvGrpSpPr>
        <p:cNvPr id="41" name="Shape 41"/>
        <p:cNvGrpSpPr/>
        <p:nvPr/>
      </p:nvGrpSpPr>
      <p:grpSpPr>
        <a:xfrm>
          <a:off x="0" y="0"/>
          <a:ext cx="0" cy="0"/>
          <a:chOff x="0" y="0"/>
          <a:chExt cx="0" cy="0"/>
        </a:xfrm>
      </p:grpSpPr>
      <p:sp>
        <p:nvSpPr>
          <p:cNvPr id="42" name="Google Shape;42;p11"/>
          <p:cNvSpPr txBox="1"/>
          <p:nvPr>
            <p:ph type="title"/>
          </p:nvPr>
        </p:nvSpPr>
        <p:spPr>
          <a:xfrm>
            <a:off x="296725" y="3613892"/>
            <a:ext cx="7977000" cy="1318500"/>
          </a:xfrm>
          <a:prstGeom prst="rect">
            <a:avLst/>
          </a:prstGeom>
          <a:noFill/>
          <a:ln>
            <a:noFill/>
          </a:ln>
        </p:spPr>
        <p:txBody>
          <a:bodyPr anchorCtr="0" anchor="b" bIns="0" lIns="0" spcFirstLastPara="1" rIns="0" wrap="square" tIns="0">
            <a:noAutofit/>
          </a:bodyPr>
          <a:lstStyle>
            <a:lvl1pPr indent="-317500" lvl="0" marL="0" marR="0">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1pPr>
            <a:lvl2pPr lvl="1">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2pPr>
            <a:lvl3pPr lvl="2">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3pPr>
            <a:lvl4pPr lvl="3">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4pPr>
            <a:lvl5pPr lvl="4">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5pPr>
            <a:lvl6pPr lvl="5">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6pPr>
            <a:lvl7pPr lvl="6">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7pPr>
            <a:lvl8pPr lvl="7">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8pPr>
            <a:lvl9pPr lvl="8">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9pPr>
          </a:lstStyle>
          <a:p/>
        </p:txBody>
      </p:sp>
      <p:pic>
        <p:nvPicPr>
          <p:cNvPr id="43" name="Google Shape;43;p11" title="Technology_RGB.png"/>
          <p:cNvPicPr preferRelativeResize="0"/>
          <p:nvPr/>
        </p:nvPicPr>
        <p:blipFill rotWithShape="1">
          <a:blip r:embed="rId2">
            <a:alphaModFix/>
          </a:blip>
          <a:srcRect b="32701" l="-36404" r="-21599" t="-59155"/>
          <a:stretch/>
        </p:blipFill>
        <p:spPr>
          <a:xfrm>
            <a:off x="8183200" y="247975"/>
            <a:ext cx="885601" cy="2635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illa bento">
  <p:cSld name="1_Diapositiva de título_1">
    <p:bg>
      <p:bgPr>
        <a:solidFill>
          <a:schemeClr val="lt2"/>
        </a:solidFill>
      </p:bgPr>
    </p:bg>
    <p:spTree>
      <p:nvGrpSpPr>
        <p:cNvPr id="44" name="Shape 44"/>
        <p:cNvGrpSpPr/>
        <p:nvPr/>
      </p:nvGrpSpPr>
      <p:grpSpPr>
        <a:xfrm>
          <a:off x="0" y="0"/>
          <a:ext cx="0" cy="0"/>
          <a:chOff x="0" y="0"/>
          <a:chExt cx="0" cy="0"/>
        </a:xfrm>
      </p:grpSpPr>
      <p:sp>
        <p:nvSpPr>
          <p:cNvPr id="45" name="Google Shape;45;p12"/>
          <p:cNvSpPr/>
          <p:nvPr/>
        </p:nvSpPr>
        <p:spPr>
          <a:xfrm>
            <a:off x="111600" y="116708"/>
            <a:ext cx="8920800" cy="4910100"/>
          </a:xfrm>
          <a:prstGeom prst="roundRect">
            <a:avLst>
              <a:gd fmla="val 473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 name="Google Shape;46;p12"/>
          <p:cNvSpPr txBox="1"/>
          <p:nvPr>
            <p:ph type="title"/>
          </p:nvPr>
        </p:nvSpPr>
        <p:spPr>
          <a:xfrm>
            <a:off x="296725" y="3586800"/>
            <a:ext cx="8512500" cy="1339500"/>
          </a:xfrm>
          <a:prstGeom prst="rect">
            <a:avLst/>
          </a:prstGeom>
          <a:noFill/>
          <a:ln>
            <a:noFill/>
          </a:ln>
        </p:spPr>
        <p:txBody>
          <a:bodyPr anchorCtr="0" anchor="b" bIns="0" lIns="0" spcFirstLastPara="1" rIns="0" wrap="square" tIns="0">
            <a:noAutofit/>
          </a:bodyPr>
          <a:lstStyle>
            <a:lvl1pPr indent="-317500" lvl="0" marL="0" marR="0">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1pPr>
            <a:lvl2pPr lvl="1">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2pPr>
            <a:lvl3pPr lvl="2">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3pPr>
            <a:lvl4pPr lvl="3">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4pPr>
            <a:lvl5pPr lvl="4">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5pPr>
            <a:lvl6pPr lvl="5">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6pPr>
            <a:lvl7pPr lvl="6">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7pPr>
            <a:lvl8pPr lvl="7">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8pPr>
            <a:lvl9pPr lvl="8">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9pPr>
          </a:lstStyle>
          <a:p/>
        </p:txBody>
      </p:sp>
      <p:pic>
        <p:nvPicPr>
          <p:cNvPr id="47" name="Google Shape;47;p12" title="Technology_RGB.png"/>
          <p:cNvPicPr preferRelativeResize="0"/>
          <p:nvPr/>
        </p:nvPicPr>
        <p:blipFill rotWithShape="1">
          <a:blip r:embed="rId2">
            <a:alphaModFix/>
          </a:blip>
          <a:srcRect b="32701" l="-36404" r="-21599" t="-59155"/>
          <a:stretch/>
        </p:blipFill>
        <p:spPr>
          <a:xfrm>
            <a:off x="8183200" y="247975"/>
            <a:ext cx="885601" cy="2635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illa foto">
  <p:cSld name="1_Diapositiva de título_1_1">
    <p:bg>
      <p:bgPr>
        <a:solidFill>
          <a:schemeClr val="accent1"/>
        </a:solidFill>
      </p:bgPr>
    </p:bg>
    <p:spTree>
      <p:nvGrpSpPr>
        <p:cNvPr id="48" name="Shape 48"/>
        <p:cNvGrpSpPr/>
        <p:nvPr/>
      </p:nvGrpSpPr>
      <p:grpSpPr>
        <a:xfrm>
          <a:off x="0" y="0"/>
          <a:ext cx="0" cy="0"/>
          <a:chOff x="0" y="0"/>
          <a:chExt cx="0" cy="0"/>
        </a:xfrm>
      </p:grpSpPr>
      <p:sp>
        <p:nvSpPr>
          <p:cNvPr id="49" name="Google Shape;49;p13"/>
          <p:cNvSpPr/>
          <p:nvPr>
            <p:ph idx="2" type="pic"/>
          </p:nvPr>
        </p:nvSpPr>
        <p:spPr>
          <a:xfrm>
            <a:off x="5416150" y="894650"/>
            <a:ext cx="3393300" cy="3110700"/>
          </a:xfrm>
          <a:prstGeom prst="roundRect">
            <a:avLst>
              <a:gd fmla="val 5565" name="adj"/>
            </a:avLst>
          </a:prstGeom>
          <a:noFill/>
          <a:ln>
            <a:noFill/>
          </a:ln>
        </p:spPr>
      </p:sp>
      <p:sp>
        <p:nvSpPr>
          <p:cNvPr id="50" name="Google Shape;50;p13"/>
          <p:cNvSpPr txBox="1"/>
          <p:nvPr>
            <p:ph type="title"/>
          </p:nvPr>
        </p:nvSpPr>
        <p:spPr>
          <a:xfrm>
            <a:off x="296725" y="783555"/>
            <a:ext cx="4065000" cy="627000"/>
          </a:xfrm>
          <a:prstGeom prst="rect">
            <a:avLst/>
          </a:prstGeom>
          <a:noFill/>
          <a:ln>
            <a:noFill/>
          </a:ln>
        </p:spPr>
        <p:txBody>
          <a:bodyPr anchorCtr="0" anchor="t" bIns="0" lIns="0" spcFirstLastPara="1" rIns="0" wrap="square" tIns="0">
            <a:noAutofit/>
          </a:bodyPr>
          <a:lstStyle>
            <a:lvl1pPr indent="-317500" lvl="0" marL="0" marR="0">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1pPr>
            <a:lvl2pPr lvl="1">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2pPr>
            <a:lvl3pPr lvl="2">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3pPr>
            <a:lvl4pPr lvl="3">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4pPr>
            <a:lvl5pPr lvl="4">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5pPr>
            <a:lvl6pPr lvl="5">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6pPr>
            <a:lvl7pPr lvl="6">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7pPr>
            <a:lvl8pPr lvl="7">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8pPr>
            <a:lvl9pPr lvl="8">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9pPr>
          </a:lstStyle>
          <a:p/>
        </p:txBody>
      </p:sp>
      <p:sp>
        <p:nvSpPr>
          <p:cNvPr id="51" name="Google Shape;51;p13"/>
          <p:cNvSpPr txBox="1"/>
          <p:nvPr>
            <p:ph idx="1" type="subTitle"/>
          </p:nvPr>
        </p:nvSpPr>
        <p:spPr>
          <a:xfrm>
            <a:off x="361150" y="3418403"/>
            <a:ext cx="4102200" cy="2277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1800"/>
              <a:buFont typeface="Lato"/>
              <a:buNone/>
              <a:defRPr b="1" sz="1800">
                <a:solidFill>
                  <a:schemeClr val="dk1"/>
                </a:solidFill>
                <a:latin typeface="Lato"/>
                <a:ea typeface="Lato"/>
                <a:cs typeface="Lato"/>
                <a:sym typeface="Lato"/>
              </a:defRPr>
            </a:lvl1pPr>
            <a:lvl2pPr lvl="1">
              <a:spcBef>
                <a:spcPts val="0"/>
              </a:spcBef>
              <a:spcAft>
                <a:spcPts val="0"/>
              </a:spcAft>
              <a:buClr>
                <a:schemeClr val="dk1"/>
              </a:buClr>
              <a:buSzPts val="1800"/>
              <a:buNone/>
              <a:defRPr b="1" sz="1800">
                <a:solidFill>
                  <a:schemeClr val="dk1"/>
                </a:solidFill>
              </a:defRPr>
            </a:lvl2pPr>
            <a:lvl3pPr lvl="2">
              <a:spcBef>
                <a:spcPts val="0"/>
              </a:spcBef>
              <a:spcAft>
                <a:spcPts val="0"/>
              </a:spcAft>
              <a:buClr>
                <a:schemeClr val="dk1"/>
              </a:buClr>
              <a:buSzPts val="1800"/>
              <a:buNone/>
              <a:defRPr b="1" sz="1800">
                <a:solidFill>
                  <a:schemeClr val="dk1"/>
                </a:solidFill>
              </a:defRPr>
            </a:lvl3pPr>
            <a:lvl4pPr lvl="3">
              <a:spcBef>
                <a:spcPts val="0"/>
              </a:spcBef>
              <a:spcAft>
                <a:spcPts val="0"/>
              </a:spcAft>
              <a:buClr>
                <a:schemeClr val="dk1"/>
              </a:buClr>
              <a:buSzPts val="1800"/>
              <a:buNone/>
              <a:defRPr b="1" sz="1800">
                <a:solidFill>
                  <a:schemeClr val="dk1"/>
                </a:solidFill>
              </a:defRPr>
            </a:lvl4pPr>
            <a:lvl5pPr lvl="4">
              <a:spcBef>
                <a:spcPts val="0"/>
              </a:spcBef>
              <a:spcAft>
                <a:spcPts val="0"/>
              </a:spcAft>
              <a:buClr>
                <a:schemeClr val="dk1"/>
              </a:buClr>
              <a:buSzPts val="1800"/>
              <a:buNone/>
              <a:defRPr b="1" sz="1800">
                <a:solidFill>
                  <a:schemeClr val="dk1"/>
                </a:solidFill>
              </a:defRPr>
            </a:lvl5pPr>
            <a:lvl6pPr lvl="5">
              <a:spcBef>
                <a:spcPts val="0"/>
              </a:spcBef>
              <a:spcAft>
                <a:spcPts val="0"/>
              </a:spcAft>
              <a:buClr>
                <a:schemeClr val="dk1"/>
              </a:buClr>
              <a:buSzPts val="1800"/>
              <a:buNone/>
              <a:defRPr b="1" sz="1800">
                <a:solidFill>
                  <a:schemeClr val="dk1"/>
                </a:solidFill>
              </a:defRPr>
            </a:lvl6pPr>
            <a:lvl7pPr lvl="6">
              <a:spcBef>
                <a:spcPts val="0"/>
              </a:spcBef>
              <a:spcAft>
                <a:spcPts val="0"/>
              </a:spcAft>
              <a:buClr>
                <a:schemeClr val="dk1"/>
              </a:buClr>
              <a:buSzPts val="1800"/>
              <a:buNone/>
              <a:defRPr b="1" sz="1800">
                <a:solidFill>
                  <a:schemeClr val="dk1"/>
                </a:solidFill>
              </a:defRPr>
            </a:lvl7pPr>
            <a:lvl8pPr lvl="7">
              <a:spcBef>
                <a:spcPts val="0"/>
              </a:spcBef>
              <a:spcAft>
                <a:spcPts val="0"/>
              </a:spcAft>
              <a:buClr>
                <a:schemeClr val="dk1"/>
              </a:buClr>
              <a:buSzPts val="1800"/>
              <a:buNone/>
              <a:defRPr b="1" sz="1800">
                <a:solidFill>
                  <a:schemeClr val="dk1"/>
                </a:solidFill>
              </a:defRPr>
            </a:lvl8pPr>
            <a:lvl9pPr lvl="8">
              <a:spcBef>
                <a:spcPts val="0"/>
              </a:spcBef>
              <a:spcAft>
                <a:spcPts val="0"/>
              </a:spcAft>
              <a:buClr>
                <a:schemeClr val="dk1"/>
              </a:buClr>
              <a:buSzPts val="1800"/>
              <a:buNone/>
              <a:defRPr b="1" sz="1800">
                <a:solidFill>
                  <a:schemeClr val="dk1"/>
                </a:solidFill>
              </a:defRPr>
            </a:lvl9pPr>
          </a:lstStyle>
          <a:p/>
        </p:txBody>
      </p:sp>
      <p:cxnSp>
        <p:nvCxnSpPr>
          <p:cNvPr id="52" name="Google Shape;52;p13"/>
          <p:cNvCxnSpPr/>
          <p:nvPr/>
        </p:nvCxnSpPr>
        <p:spPr>
          <a:xfrm>
            <a:off x="4903450" y="884250"/>
            <a:ext cx="0" cy="3158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erre">
  <p:cSld name="CUSTOM">
    <p:bg>
      <p:bgPr>
        <a:solidFill>
          <a:schemeClr val="dk1"/>
        </a:solidFill>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247300" y="2317200"/>
            <a:ext cx="4649400" cy="509100"/>
          </a:xfrm>
          <a:prstGeom prst="rect">
            <a:avLst/>
          </a:prstGeom>
          <a:noFill/>
          <a:ln>
            <a:noFill/>
          </a:ln>
        </p:spPr>
        <p:txBody>
          <a:bodyPr anchorCtr="0" anchor="t" bIns="0" lIns="0" spcFirstLastPara="1" rIns="0" wrap="square" tIns="0">
            <a:noAutofit/>
          </a:bodyPr>
          <a:lstStyle>
            <a:lvl1pPr lvl="0" algn="ctr">
              <a:spcBef>
                <a:spcPts val="0"/>
              </a:spcBef>
              <a:spcAft>
                <a:spcPts val="0"/>
              </a:spcAft>
              <a:buClr>
                <a:schemeClr val="lt1"/>
              </a:buClr>
              <a:buSzPts val="3000"/>
              <a:buFont typeface="Source Serif 4"/>
              <a:buNone/>
              <a:defRPr b="1" sz="3000">
                <a:solidFill>
                  <a:schemeClr val="lt1"/>
                </a:solidFill>
                <a:latin typeface="Source Serif 4"/>
                <a:ea typeface="Source Serif 4"/>
                <a:cs typeface="Source Serif 4"/>
                <a:sym typeface="Source Serif 4"/>
              </a:defRPr>
            </a:lvl1pPr>
            <a:lvl2pPr lvl="1" algn="ctr">
              <a:spcBef>
                <a:spcPts val="0"/>
              </a:spcBef>
              <a:spcAft>
                <a:spcPts val="0"/>
              </a:spcAft>
              <a:buClr>
                <a:schemeClr val="lt1"/>
              </a:buClr>
              <a:buSzPts val="3000"/>
              <a:buFont typeface="Source Serif 4"/>
              <a:buNone/>
              <a:defRPr b="1" sz="3000">
                <a:solidFill>
                  <a:schemeClr val="lt1"/>
                </a:solidFill>
                <a:latin typeface="Source Serif 4"/>
                <a:ea typeface="Source Serif 4"/>
                <a:cs typeface="Source Serif 4"/>
                <a:sym typeface="Source Serif 4"/>
              </a:defRPr>
            </a:lvl2pPr>
            <a:lvl3pPr lvl="2" algn="ctr">
              <a:spcBef>
                <a:spcPts val="0"/>
              </a:spcBef>
              <a:spcAft>
                <a:spcPts val="0"/>
              </a:spcAft>
              <a:buClr>
                <a:schemeClr val="lt1"/>
              </a:buClr>
              <a:buSzPts val="3000"/>
              <a:buFont typeface="Source Serif 4"/>
              <a:buNone/>
              <a:defRPr b="1" sz="3000">
                <a:solidFill>
                  <a:schemeClr val="lt1"/>
                </a:solidFill>
                <a:latin typeface="Source Serif 4"/>
                <a:ea typeface="Source Serif 4"/>
                <a:cs typeface="Source Serif 4"/>
                <a:sym typeface="Source Serif 4"/>
              </a:defRPr>
            </a:lvl3pPr>
            <a:lvl4pPr lvl="3" algn="ctr">
              <a:spcBef>
                <a:spcPts val="0"/>
              </a:spcBef>
              <a:spcAft>
                <a:spcPts val="0"/>
              </a:spcAft>
              <a:buClr>
                <a:schemeClr val="lt1"/>
              </a:buClr>
              <a:buSzPts val="3000"/>
              <a:buFont typeface="Source Serif 4"/>
              <a:buNone/>
              <a:defRPr b="1" sz="3000">
                <a:solidFill>
                  <a:schemeClr val="lt1"/>
                </a:solidFill>
                <a:latin typeface="Source Serif 4"/>
                <a:ea typeface="Source Serif 4"/>
                <a:cs typeface="Source Serif 4"/>
                <a:sym typeface="Source Serif 4"/>
              </a:defRPr>
            </a:lvl4pPr>
            <a:lvl5pPr lvl="4" algn="ctr">
              <a:spcBef>
                <a:spcPts val="0"/>
              </a:spcBef>
              <a:spcAft>
                <a:spcPts val="0"/>
              </a:spcAft>
              <a:buClr>
                <a:schemeClr val="lt1"/>
              </a:buClr>
              <a:buSzPts val="3000"/>
              <a:buFont typeface="Source Serif 4"/>
              <a:buNone/>
              <a:defRPr b="1" sz="3000">
                <a:solidFill>
                  <a:schemeClr val="lt1"/>
                </a:solidFill>
                <a:latin typeface="Source Serif 4"/>
                <a:ea typeface="Source Serif 4"/>
                <a:cs typeface="Source Serif 4"/>
                <a:sym typeface="Source Serif 4"/>
              </a:defRPr>
            </a:lvl5pPr>
            <a:lvl6pPr lvl="5" algn="ctr">
              <a:spcBef>
                <a:spcPts val="0"/>
              </a:spcBef>
              <a:spcAft>
                <a:spcPts val="0"/>
              </a:spcAft>
              <a:buClr>
                <a:schemeClr val="lt1"/>
              </a:buClr>
              <a:buSzPts val="3000"/>
              <a:buFont typeface="Source Serif 4"/>
              <a:buNone/>
              <a:defRPr b="1" sz="3000">
                <a:solidFill>
                  <a:schemeClr val="lt1"/>
                </a:solidFill>
                <a:latin typeface="Source Serif 4"/>
                <a:ea typeface="Source Serif 4"/>
                <a:cs typeface="Source Serif 4"/>
                <a:sym typeface="Source Serif 4"/>
              </a:defRPr>
            </a:lvl6pPr>
            <a:lvl7pPr lvl="6" algn="ctr">
              <a:spcBef>
                <a:spcPts val="0"/>
              </a:spcBef>
              <a:spcAft>
                <a:spcPts val="0"/>
              </a:spcAft>
              <a:buClr>
                <a:schemeClr val="lt1"/>
              </a:buClr>
              <a:buSzPts val="3000"/>
              <a:buFont typeface="Source Serif 4"/>
              <a:buNone/>
              <a:defRPr b="1" sz="3000">
                <a:solidFill>
                  <a:schemeClr val="lt1"/>
                </a:solidFill>
                <a:latin typeface="Source Serif 4"/>
                <a:ea typeface="Source Serif 4"/>
                <a:cs typeface="Source Serif 4"/>
                <a:sym typeface="Source Serif 4"/>
              </a:defRPr>
            </a:lvl7pPr>
            <a:lvl8pPr lvl="7" algn="ctr">
              <a:spcBef>
                <a:spcPts val="0"/>
              </a:spcBef>
              <a:spcAft>
                <a:spcPts val="0"/>
              </a:spcAft>
              <a:buClr>
                <a:schemeClr val="lt1"/>
              </a:buClr>
              <a:buSzPts val="3000"/>
              <a:buFont typeface="Source Serif 4"/>
              <a:buNone/>
              <a:defRPr b="1" sz="3000">
                <a:solidFill>
                  <a:schemeClr val="lt1"/>
                </a:solidFill>
                <a:latin typeface="Source Serif 4"/>
                <a:ea typeface="Source Serif 4"/>
                <a:cs typeface="Source Serif 4"/>
                <a:sym typeface="Source Serif 4"/>
              </a:defRPr>
            </a:lvl8pPr>
            <a:lvl9pPr lvl="8" algn="ctr">
              <a:spcBef>
                <a:spcPts val="0"/>
              </a:spcBef>
              <a:spcAft>
                <a:spcPts val="0"/>
              </a:spcAft>
              <a:buClr>
                <a:schemeClr val="lt1"/>
              </a:buClr>
              <a:buSzPts val="3000"/>
              <a:buFont typeface="Source Serif 4"/>
              <a:buNone/>
              <a:defRPr b="1" sz="3000">
                <a:solidFill>
                  <a:schemeClr val="lt1"/>
                </a:solidFill>
                <a:latin typeface="Source Serif 4"/>
                <a:ea typeface="Source Serif 4"/>
                <a:cs typeface="Source Serif 4"/>
                <a:sym typeface="Source Serif 4"/>
              </a:defRPr>
            </a:lvl9pPr>
          </a:lstStyle>
          <a:p/>
        </p:txBody>
      </p:sp>
      <p:pic>
        <p:nvPicPr>
          <p:cNvPr id="55" name="Google Shape;55;p14"/>
          <p:cNvPicPr preferRelativeResize="0"/>
          <p:nvPr/>
        </p:nvPicPr>
        <p:blipFill>
          <a:blip r:embed="rId2">
            <a:alphaModFix/>
          </a:blip>
          <a:stretch>
            <a:fillRect/>
          </a:stretch>
        </p:blipFill>
        <p:spPr>
          <a:xfrm>
            <a:off x="8345376" y="360000"/>
            <a:ext cx="445548" cy="13422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p:cSld name="Título y objetos">
    <p:bg>
      <p:bgPr>
        <a:solidFill>
          <a:srgbClr val="F7F8F8"/>
        </a:solidFill>
      </p:bgPr>
    </p:bg>
    <p:spTree>
      <p:nvGrpSpPr>
        <p:cNvPr id="56" name="Shape 56"/>
        <p:cNvGrpSpPr/>
        <p:nvPr/>
      </p:nvGrpSpPr>
      <p:grpSpPr>
        <a:xfrm>
          <a:off x="0" y="0"/>
          <a:ext cx="0" cy="0"/>
          <a:chOff x="0" y="0"/>
          <a:chExt cx="0" cy="0"/>
        </a:xfrm>
      </p:grpSpPr>
      <p:sp>
        <p:nvSpPr>
          <p:cNvPr id="57" name="Google Shape;57;p15"/>
          <p:cNvSpPr txBox="1"/>
          <p:nvPr>
            <p:ph type="title"/>
          </p:nvPr>
        </p:nvSpPr>
        <p:spPr>
          <a:xfrm>
            <a:off x="340725" y="800277"/>
            <a:ext cx="3418800" cy="8244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dk2"/>
              </a:buClr>
              <a:buSzPts val="3000"/>
              <a:buFont typeface="Source Serif 4"/>
              <a:buNone/>
              <a:defRPr b="1" i="0" sz="3000" u="none" cap="none" strike="noStrike">
                <a:solidFill>
                  <a:schemeClr val="dk2"/>
                </a:solidFill>
                <a:latin typeface="Source Serif 4"/>
                <a:ea typeface="Source Serif 4"/>
                <a:cs typeface="Source Serif 4"/>
                <a:sym typeface="Source Serif 4"/>
              </a:defRPr>
            </a:lvl1pPr>
            <a:lvl2pPr lvl="1" marR="0" algn="l">
              <a:lnSpc>
                <a:spcPct val="100000"/>
              </a:lnSpc>
              <a:spcBef>
                <a:spcPts val="0"/>
              </a:spcBef>
              <a:spcAft>
                <a:spcPts val="0"/>
              </a:spcAft>
              <a:buClr>
                <a:schemeClr val="dk2"/>
              </a:buClr>
              <a:buSzPts val="3000"/>
              <a:buFont typeface="Source Serif 4"/>
              <a:buNone/>
              <a:defRPr b="1" i="0" sz="3000" u="none" cap="none" strike="noStrike">
                <a:solidFill>
                  <a:schemeClr val="dk2"/>
                </a:solidFill>
                <a:latin typeface="Source Serif 4"/>
                <a:ea typeface="Source Serif 4"/>
                <a:cs typeface="Source Serif 4"/>
                <a:sym typeface="Source Serif 4"/>
              </a:defRPr>
            </a:lvl2pPr>
            <a:lvl3pPr lvl="2" marR="0" algn="l">
              <a:lnSpc>
                <a:spcPct val="100000"/>
              </a:lnSpc>
              <a:spcBef>
                <a:spcPts val="0"/>
              </a:spcBef>
              <a:spcAft>
                <a:spcPts val="0"/>
              </a:spcAft>
              <a:buClr>
                <a:schemeClr val="dk2"/>
              </a:buClr>
              <a:buSzPts val="3000"/>
              <a:buFont typeface="Source Serif 4"/>
              <a:buNone/>
              <a:defRPr b="1" i="0" sz="3000" u="none" cap="none" strike="noStrike">
                <a:solidFill>
                  <a:schemeClr val="dk2"/>
                </a:solidFill>
                <a:latin typeface="Source Serif 4"/>
                <a:ea typeface="Source Serif 4"/>
                <a:cs typeface="Source Serif 4"/>
                <a:sym typeface="Source Serif 4"/>
              </a:defRPr>
            </a:lvl3pPr>
            <a:lvl4pPr lvl="3" marR="0" algn="l">
              <a:lnSpc>
                <a:spcPct val="100000"/>
              </a:lnSpc>
              <a:spcBef>
                <a:spcPts val="0"/>
              </a:spcBef>
              <a:spcAft>
                <a:spcPts val="0"/>
              </a:spcAft>
              <a:buClr>
                <a:schemeClr val="dk2"/>
              </a:buClr>
              <a:buSzPts val="3000"/>
              <a:buFont typeface="Source Serif 4"/>
              <a:buNone/>
              <a:defRPr b="1" i="0" sz="3000" u="none" cap="none" strike="noStrike">
                <a:solidFill>
                  <a:schemeClr val="dk2"/>
                </a:solidFill>
                <a:latin typeface="Source Serif 4"/>
                <a:ea typeface="Source Serif 4"/>
                <a:cs typeface="Source Serif 4"/>
                <a:sym typeface="Source Serif 4"/>
              </a:defRPr>
            </a:lvl4pPr>
            <a:lvl5pPr lvl="4" marR="0" algn="l">
              <a:lnSpc>
                <a:spcPct val="100000"/>
              </a:lnSpc>
              <a:spcBef>
                <a:spcPts val="0"/>
              </a:spcBef>
              <a:spcAft>
                <a:spcPts val="0"/>
              </a:spcAft>
              <a:buClr>
                <a:schemeClr val="dk2"/>
              </a:buClr>
              <a:buSzPts val="3000"/>
              <a:buFont typeface="Source Serif 4"/>
              <a:buNone/>
              <a:defRPr b="1" i="0" sz="3000" u="none" cap="none" strike="noStrike">
                <a:solidFill>
                  <a:schemeClr val="dk2"/>
                </a:solidFill>
                <a:latin typeface="Source Serif 4"/>
                <a:ea typeface="Source Serif 4"/>
                <a:cs typeface="Source Serif 4"/>
                <a:sym typeface="Source Serif 4"/>
              </a:defRPr>
            </a:lvl5pPr>
            <a:lvl6pPr lvl="5" marR="0" algn="l">
              <a:lnSpc>
                <a:spcPct val="100000"/>
              </a:lnSpc>
              <a:spcBef>
                <a:spcPts val="0"/>
              </a:spcBef>
              <a:spcAft>
                <a:spcPts val="0"/>
              </a:spcAft>
              <a:buClr>
                <a:schemeClr val="dk2"/>
              </a:buClr>
              <a:buSzPts val="3000"/>
              <a:buFont typeface="Source Serif 4"/>
              <a:buNone/>
              <a:defRPr b="1" i="0" sz="3000" u="none" cap="none" strike="noStrike">
                <a:solidFill>
                  <a:schemeClr val="dk2"/>
                </a:solidFill>
                <a:latin typeface="Source Serif 4"/>
                <a:ea typeface="Source Serif 4"/>
                <a:cs typeface="Source Serif 4"/>
                <a:sym typeface="Source Serif 4"/>
              </a:defRPr>
            </a:lvl6pPr>
            <a:lvl7pPr lvl="6" marR="0" algn="l">
              <a:lnSpc>
                <a:spcPct val="100000"/>
              </a:lnSpc>
              <a:spcBef>
                <a:spcPts val="0"/>
              </a:spcBef>
              <a:spcAft>
                <a:spcPts val="0"/>
              </a:spcAft>
              <a:buClr>
                <a:schemeClr val="dk2"/>
              </a:buClr>
              <a:buSzPts val="3000"/>
              <a:buFont typeface="Source Serif 4"/>
              <a:buNone/>
              <a:defRPr b="1" i="0" sz="3000" u="none" cap="none" strike="noStrike">
                <a:solidFill>
                  <a:schemeClr val="dk2"/>
                </a:solidFill>
                <a:latin typeface="Source Serif 4"/>
                <a:ea typeface="Source Serif 4"/>
                <a:cs typeface="Source Serif 4"/>
                <a:sym typeface="Source Serif 4"/>
              </a:defRPr>
            </a:lvl7pPr>
            <a:lvl8pPr lvl="7" marR="0" algn="l">
              <a:lnSpc>
                <a:spcPct val="100000"/>
              </a:lnSpc>
              <a:spcBef>
                <a:spcPts val="0"/>
              </a:spcBef>
              <a:spcAft>
                <a:spcPts val="0"/>
              </a:spcAft>
              <a:buClr>
                <a:schemeClr val="dk2"/>
              </a:buClr>
              <a:buSzPts val="3000"/>
              <a:buFont typeface="Source Serif 4"/>
              <a:buNone/>
              <a:defRPr b="1" i="0" sz="3000" u="none" cap="none" strike="noStrike">
                <a:solidFill>
                  <a:schemeClr val="dk2"/>
                </a:solidFill>
                <a:latin typeface="Source Serif 4"/>
                <a:ea typeface="Source Serif 4"/>
                <a:cs typeface="Source Serif 4"/>
                <a:sym typeface="Source Serif 4"/>
              </a:defRPr>
            </a:lvl8pPr>
            <a:lvl9pPr lvl="8" marR="0" algn="l">
              <a:lnSpc>
                <a:spcPct val="100000"/>
              </a:lnSpc>
              <a:spcBef>
                <a:spcPts val="0"/>
              </a:spcBef>
              <a:spcAft>
                <a:spcPts val="0"/>
              </a:spcAft>
              <a:buClr>
                <a:schemeClr val="dk2"/>
              </a:buClr>
              <a:buSzPts val="3000"/>
              <a:buFont typeface="Source Serif 4"/>
              <a:buNone/>
              <a:defRPr b="1" i="0" sz="3000" u="none" cap="none" strike="noStrike">
                <a:solidFill>
                  <a:schemeClr val="dk2"/>
                </a:solidFill>
                <a:latin typeface="Source Serif 4"/>
                <a:ea typeface="Source Serif 4"/>
                <a:cs typeface="Source Serif 4"/>
                <a:sym typeface="Source Serif 4"/>
              </a:defRPr>
            </a:lvl9pPr>
          </a:lstStyle>
          <a:p/>
        </p:txBody>
      </p:sp>
      <p:sp>
        <p:nvSpPr>
          <p:cNvPr id="58" name="Google Shape;58;p15"/>
          <p:cNvSpPr txBox="1"/>
          <p:nvPr/>
        </p:nvSpPr>
        <p:spPr>
          <a:xfrm>
            <a:off x="8383350" y="4763800"/>
            <a:ext cx="5025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800">
                <a:solidFill>
                  <a:srgbClr val="003194"/>
                </a:solidFill>
                <a:latin typeface="Lato"/>
                <a:ea typeface="Lato"/>
                <a:cs typeface="Lato"/>
                <a:sym typeface="Lato"/>
              </a:rPr>
              <a:t>p. </a:t>
            </a:r>
            <a:fld id="{00000000-1234-1234-1234-123412341234}" type="slidenum">
              <a:rPr lang="es" sz="800">
                <a:solidFill>
                  <a:srgbClr val="003194"/>
                </a:solidFill>
                <a:latin typeface="Lato"/>
                <a:ea typeface="Lato"/>
                <a:cs typeface="Lato"/>
                <a:sym typeface="Lato"/>
              </a:rPr>
              <a:t>‹#›</a:t>
            </a:fld>
            <a:endParaRPr>
              <a:solidFill>
                <a:srgbClr val="003194"/>
              </a:solidFill>
              <a:latin typeface="Lato"/>
              <a:ea typeface="Lato"/>
              <a:cs typeface="Lato"/>
              <a:sym typeface="Lat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ción">
  <p:cSld name="Título y objetos_1_1_4">
    <p:bg>
      <p:bgPr>
        <a:solidFill>
          <a:schemeClr val="accent1"/>
        </a:solidFill>
      </p:bgPr>
    </p:bg>
    <p:spTree>
      <p:nvGrpSpPr>
        <p:cNvPr id="59" name="Shape 59"/>
        <p:cNvGrpSpPr/>
        <p:nvPr/>
      </p:nvGrpSpPr>
      <p:grpSpPr>
        <a:xfrm>
          <a:off x="0" y="0"/>
          <a:ext cx="0" cy="0"/>
          <a:chOff x="0" y="0"/>
          <a:chExt cx="0" cy="0"/>
        </a:xfrm>
      </p:grpSpPr>
      <p:sp>
        <p:nvSpPr>
          <p:cNvPr id="60" name="Google Shape;60;p16"/>
          <p:cNvSpPr txBox="1"/>
          <p:nvPr>
            <p:ph type="title"/>
          </p:nvPr>
        </p:nvSpPr>
        <p:spPr>
          <a:xfrm>
            <a:off x="322550" y="1020341"/>
            <a:ext cx="5021400" cy="2768400"/>
          </a:xfrm>
          <a:prstGeom prst="rect">
            <a:avLst/>
          </a:prstGeom>
          <a:noFill/>
          <a:ln>
            <a:noFill/>
          </a:ln>
        </p:spPr>
        <p:txBody>
          <a:bodyPr anchorCtr="0" anchor="t" bIns="0" lIns="0" spcFirstLastPara="1" rIns="0" wrap="square" tIns="0">
            <a:noAutofit/>
          </a:bodyPr>
          <a:lstStyle>
            <a:lvl1pPr lvl="0" marR="0">
              <a:lnSpc>
                <a:spcPct val="85000"/>
              </a:lnSpc>
              <a:spcBef>
                <a:spcPts val="0"/>
              </a:spcBef>
              <a:spcAft>
                <a:spcPts val="0"/>
              </a:spcAft>
              <a:buClr>
                <a:schemeClr val="dk2"/>
              </a:buClr>
              <a:buSzPts val="5000"/>
              <a:buFont typeface="Source Serif 4 Black"/>
              <a:buNone/>
              <a:defRPr b="0" i="0" sz="5000" u="none" cap="none" strike="noStrike">
                <a:solidFill>
                  <a:schemeClr val="dk2"/>
                </a:solidFill>
                <a:latin typeface="Source Serif 4 Black"/>
                <a:ea typeface="Source Serif 4 Black"/>
                <a:cs typeface="Source Serif 4 Black"/>
                <a:sym typeface="Source Serif 4 Black"/>
              </a:defRPr>
            </a:lvl1pPr>
            <a:lvl2pPr lvl="1" marR="0">
              <a:lnSpc>
                <a:spcPct val="85000"/>
              </a:lnSpc>
              <a:spcBef>
                <a:spcPts val="0"/>
              </a:spcBef>
              <a:spcAft>
                <a:spcPts val="0"/>
              </a:spcAft>
              <a:buClr>
                <a:schemeClr val="dk2"/>
              </a:buClr>
              <a:buSzPts val="5000"/>
              <a:buFont typeface="Source Serif 4 Black"/>
              <a:buNone/>
              <a:defRPr b="0" i="0" sz="5000" u="none" cap="none" strike="noStrike">
                <a:solidFill>
                  <a:schemeClr val="dk2"/>
                </a:solidFill>
                <a:latin typeface="Source Serif 4 Black"/>
                <a:ea typeface="Source Serif 4 Black"/>
                <a:cs typeface="Source Serif 4 Black"/>
                <a:sym typeface="Source Serif 4 Black"/>
              </a:defRPr>
            </a:lvl2pPr>
            <a:lvl3pPr lvl="2" marR="0">
              <a:lnSpc>
                <a:spcPct val="85000"/>
              </a:lnSpc>
              <a:spcBef>
                <a:spcPts val="0"/>
              </a:spcBef>
              <a:spcAft>
                <a:spcPts val="0"/>
              </a:spcAft>
              <a:buClr>
                <a:schemeClr val="dk2"/>
              </a:buClr>
              <a:buSzPts val="5000"/>
              <a:buFont typeface="Source Serif 4 Black"/>
              <a:buNone/>
              <a:defRPr b="0" i="0" sz="5000" u="none" cap="none" strike="noStrike">
                <a:solidFill>
                  <a:schemeClr val="dk2"/>
                </a:solidFill>
                <a:latin typeface="Source Serif 4 Black"/>
                <a:ea typeface="Source Serif 4 Black"/>
                <a:cs typeface="Source Serif 4 Black"/>
                <a:sym typeface="Source Serif 4 Black"/>
              </a:defRPr>
            </a:lvl3pPr>
            <a:lvl4pPr lvl="3" marR="0">
              <a:lnSpc>
                <a:spcPct val="85000"/>
              </a:lnSpc>
              <a:spcBef>
                <a:spcPts val="0"/>
              </a:spcBef>
              <a:spcAft>
                <a:spcPts val="0"/>
              </a:spcAft>
              <a:buClr>
                <a:schemeClr val="dk2"/>
              </a:buClr>
              <a:buSzPts val="5000"/>
              <a:buFont typeface="Source Serif 4 Black"/>
              <a:buNone/>
              <a:defRPr b="0" i="0" sz="5000" u="none" cap="none" strike="noStrike">
                <a:solidFill>
                  <a:schemeClr val="dk2"/>
                </a:solidFill>
                <a:latin typeface="Source Serif 4 Black"/>
                <a:ea typeface="Source Serif 4 Black"/>
                <a:cs typeface="Source Serif 4 Black"/>
                <a:sym typeface="Source Serif 4 Black"/>
              </a:defRPr>
            </a:lvl4pPr>
            <a:lvl5pPr lvl="4" marR="0">
              <a:lnSpc>
                <a:spcPct val="85000"/>
              </a:lnSpc>
              <a:spcBef>
                <a:spcPts val="0"/>
              </a:spcBef>
              <a:spcAft>
                <a:spcPts val="0"/>
              </a:spcAft>
              <a:buClr>
                <a:schemeClr val="dk2"/>
              </a:buClr>
              <a:buSzPts val="5000"/>
              <a:buFont typeface="Source Serif 4 Black"/>
              <a:buNone/>
              <a:defRPr b="0" i="0" sz="5000" u="none" cap="none" strike="noStrike">
                <a:solidFill>
                  <a:schemeClr val="dk2"/>
                </a:solidFill>
                <a:latin typeface="Source Serif 4 Black"/>
                <a:ea typeface="Source Serif 4 Black"/>
                <a:cs typeface="Source Serif 4 Black"/>
                <a:sym typeface="Source Serif 4 Black"/>
              </a:defRPr>
            </a:lvl5pPr>
            <a:lvl6pPr lvl="5" marR="0">
              <a:lnSpc>
                <a:spcPct val="85000"/>
              </a:lnSpc>
              <a:spcBef>
                <a:spcPts val="0"/>
              </a:spcBef>
              <a:spcAft>
                <a:spcPts val="0"/>
              </a:spcAft>
              <a:buClr>
                <a:schemeClr val="dk2"/>
              </a:buClr>
              <a:buSzPts val="5000"/>
              <a:buFont typeface="Source Serif 4 Black"/>
              <a:buNone/>
              <a:defRPr b="0" i="0" sz="5000" u="none" cap="none" strike="noStrike">
                <a:solidFill>
                  <a:schemeClr val="dk2"/>
                </a:solidFill>
                <a:latin typeface="Source Serif 4 Black"/>
                <a:ea typeface="Source Serif 4 Black"/>
                <a:cs typeface="Source Serif 4 Black"/>
                <a:sym typeface="Source Serif 4 Black"/>
              </a:defRPr>
            </a:lvl6pPr>
            <a:lvl7pPr lvl="6" marR="0">
              <a:lnSpc>
                <a:spcPct val="85000"/>
              </a:lnSpc>
              <a:spcBef>
                <a:spcPts val="0"/>
              </a:spcBef>
              <a:spcAft>
                <a:spcPts val="0"/>
              </a:spcAft>
              <a:buClr>
                <a:schemeClr val="dk2"/>
              </a:buClr>
              <a:buSzPts val="5000"/>
              <a:buFont typeface="Source Serif 4 Black"/>
              <a:buNone/>
              <a:defRPr b="0" i="0" sz="5000" u="none" cap="none" strike="noStrike">
                <a:solidFill>
                  <a:schemeClr val="dk2"/>
                </a:solidFill>
                <a:latin typeface="Source Serif 4 Black"/>
                <a:ea typeface="Source Serif 4 Black"/>
                <a:cs typeface="Source Serif 4 Black"/>
                <a:sym typeface="Source Serif 4 Black"/>
              </a:defRPr>
            </a:lvl7pPr>
            <a:lvl8pPr lvl="7" marR="0">
              <a:lnSpc>
                <a:spcPct val="85000"/>
              </a:lnSpc>
              <a:spcBef>
                <a:spcPts val="0"/>
              </a:spcBef>
              <a:spcAft>
                <a:spcPts val="0"/>
              </a:spcAft>
              <a:buClr>
                <a:schemeClr val="dk2"/>
              </a:buClr>
              <a:buSzPts val="5000"/>
              <a:buFont typeface="Source Serif 4 Black"/>
              <a:buNone/>
              <a:defRPr b="0" i="0" sz="5000" u="none" cap="none" strike="noStrike">
                <a:solidFill>
                  <a:schemeClr val="dk2"/>
                </a:solidFill>
                <a:latin typeface="Source Serif 4 Black"/>
                <a:ea typeface="Source Serif 4 Black"/>
                <a:cs typeface="Source Serif 4 Black"/>
                <a:sym typeface="Source Serif 4 Black"/>
              </a:defRPr>
            </a:lvl8pPr>
            <a:lvl9pPr lvl="8" marR="0">
              <a:lnSpc>
                <a:spcPct val="85000"/>
              </a:lnSpc>
              <a:spcBef>
                <a:spcPts val="0"/>
              </a:spcBef>
              <a:spcAft>
                <a:spcPts val="0"/>
              </a:spcAft>
              <a:buClr>
                <a:schemeClr val="dk2"/>
              </a:buClr>
              <a:buSzPts val="5000"/>
              <a:buFont typeface="Source Serif 4 Black"/>
              <a:buNone/>
              <a:defRPr b="0" i="0" sz="5000" u="none" cap="none" strike="noStrike">
                <a:solidFill>
                  <a:schemeClr val="dk2"/>
                </a:solidFill>
                <a:latin typeface="Source Serif 4 Black"/>
                <a:ea typeface="Source Serif 4 Black"/>
                <a:cs typeface="Source Serif 4 Black"/>
                <a:sym typeface="Source Serif 4 Black"/>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p:cSld name="Default Slide">
    <p:spTree>
      <p:nvGrpSpPr>
        <p:cNvPr id="61" name="Shape 61"/>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erre 1">
  <p:cSld name="Cierre">
    <p:bg>
      <p:bgPr>
        <a:solidFill>
          <a:schemeClr val="dk1"/>
        </a:solidFill>
      </p:bgPr>
    </p:bg>
    <p:spTree>
      <p:nvGrpSpPr>
        <p:cNvPr id="62" name="Shape 62"/>
        <p:cNvGrpSpPr/>
        <p:nvPr/>
      </p:nvGrpSpPr>
      <p:grpSpPr>
        <a:xfrm>
          <a:off x="0" y="0"/>
          <a:ext cx="0" cy="0"/>
          <a:chOff x="0" y="0"/>
          <a:chExt cx="0" cy="0"/>
        </a:xfrm>
      </p:grpSpPr>
      <p:sp>
        <p:nvSpPr>
          <p:cNvPr id="63" name="Google Shape;63;p18"/>
          <p:cNvSpPr txBox="1"/>
          <p:nvPr>
            <p:ph type="title"/>
          </p:nvPr>
        </p:nvSpPr>
        <p:spPr>
          <a:xfrm>
            <a:off x="1391478" y="2317200"/>
            <a:ext cx="6360900" cy="509100"/>
          </a:xfrm>
          <a:prstGeom prst="rect">
            <a:avLst/>
          </a:prstGeom>
          <a:noFill/>
          <a:ln>
            <a:noFill/>
          </a:ln>
        </p:spPr>
        <p:txBody>
          <a:bodyPr anchorCtr="0" anchor="t" bIns="0" lIns="0" spcFirstLastPara="1" rIns="0" wrap="square" tIns="0">
            <a:noAutofit/>
          </a:bodyPr>
          <a:lstStyle>
            <a:lvl1pPr lvl="0" marR="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Arial"/>
                <a:ea typeface="Arial"/>
                <a:cs typeface="Arial"/>
                <a:sym typeface="Arial"/>
              </a:defRPr>
            </a:lvl1pPr>
            <a:lvl2pPr lvl="1" marR="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2pPr>
            <a:lvl3pPr lvl="2" marR="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3pPr>
            <a:lvl4pPr lvl="3" marR="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4pPr>
            <a:lvl5pPr lvl="4" marR="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5pPr>
            <a:lvl6pPr lvl="5" marR="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6pPr>
            <a:lvl7pPr lvl="6" marR="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7pPr>
            <a:lvl8pPr lvl="7" marR="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8pPr>
            <a:lvl9pPr lvl="8" marR="0" algn="ctr">
              <a:lnSpc>
                <a:spcPct val="100000"/>
              </a:lnSpc>
              <a:spcBef>
                <a:spcPts val="0"/>
              </a:spcBef>
              <a:spcAft>
                <a:spcPts val="0"/>
              </a:spcAft>
              <a:buClr>
                <a:schemeClr val="lt1"/>
              </a:buClr>
              <a:buSzPts val="3000"/>
              <a:buFont typeface="Source Serif 4"/>
              <a:buNone/>
              <a:defRPr b="1" i="0" sz="3000" u="none" cap="none" strike="noStrike">
                <a:solidFill>
                  <a:schemeClr val="lt1"/>
                </a:solidFill>
                <a:latin typeface="Source Serif 4"/>
                <a:ea typeface="Source Serif 4"/>
                <a:cs typeface="Source Serif 4"/>
                <a:sym typeface="Source Serif 4"/>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Only">
  <p:cSld name="TITLE_ONLY">
    <p:spTree>
      <p:nvGrpSpPr>
        <p:cNvPr id="64" name="Shape 64"/>
        <p:cNvGrpSpPr/>
        <p:nvPr/>
      </p:nvGrpSpPr>
      <p:grpSpPr>
        <a:xfrm>
          <a:off x="0" y="0"/>
          <a:ext cx="0" cy="0"/>
          <a:chOff x="0" y="0"/>
          <a:chExt cx="0" cy="0"/>
        </a:xfrm>
      </p:grpSpPr>
      <p:sp>
        <p:nvSpPr>
          <p:cNvPr id="65" name="Google Shape;65;p19"/>
          <p:cNvSpPr txBox="1"/>
          <p:nvPr>
            <p:ph type="title"/>
          </p:nvPr>
        </p:nvSpPr>
        <p:spPr>
          <a:xfrm>
            <a:off x="310901" y="246893"/>
            <a:ext cx="8557800" cy="342000"/>
          </a:xfrm>
          <a:prstGeom prst="rect">
            <a:avLst/>
          </a:prstGeom>
          <a:noFill/>
          <a:ln>
            <a:noFill/>
          </a:ln>
        </p:spPr>
        <p:txBody>
          <a:bodyPr anchorCtr="0" anchor="t" bIns="0" lIns="0" spcFirstLastPara="1" rIns="0" wrap="square" tIns="0">
            <a:noAutofit/>
          </a:bodyPr>
          <a:lstStyle>
            <a:lvl1pPr lvl="0" marR="0" algn="l">
              <a:spcBef>
                <a:spcPts val="0"/>
              </a:spcBef>
              <a:spcAft>
                <a:spcPts val="0"/>
              </a:spcAft>
              <a:buClr>
                <a:schemeClr val="accent4"/>
              </a:buClr>
              <a:buSzPts val="2000"/>
              <a:buFont typeface="Lato"/>
              <a:buNone/>
              <a:defRPr b="1" i="0" sz="2000" u="none" cap="none" strike="noStrike">
                <a:solidFill>
                  <a:schemeClr val="accent4"/>
                </a:solidFill>
                <a:latin typeface="Lato"/>
                <a:ea typeface="Lato"/>
                <a:cs typeface="Lato"/>
                <a:sym typeface="Lato"/>
              </a:defRPr>
            </a:lvl1pPr>
            <a:lvl2pPr lvl="1">
              <a:spcBef>
                <a:spcPts val="0"/>
              </a:spcBef>
              <a:spcAft>
                <a:spcPts val="0"/>
              </a:spcAft>
              <a:buSzPts val="1400"/>
              <a:buFont typeface="Lato"/>
              <a:buNone/>
              <a:defRPr sz="1800">
                <a:latin typeface="Lato"/>
                <a:ea typeface="Lato"/>
                <a:cs typeface="Lato"/>
                <a:sym typeface="Lato"/>
              </a:defRPr>
            </a:lvl2pPr>
            <a:lvl3pPr lvl="2">
              <a:spcBef>
                <a:spcPts val="0"/>
              </a:spcBef>
              <a:spcAft>
                <a:spcPts val="0"/>
              </a:spcAft>
              <a:buSzPts val="1400"/>
              <a:buFont typeface="Lato"/>
              <a:buNone/>
              <a:defRPr sz="1800">
                <a:latin typeface="Lato"/>
                <a:ea typeface="Lato"/>
                <a:cs typeface="Lato"/>
                <a:sym typeface="Lato"/>
              </a:defRPr>
            </a:lvl3pPr>
            <a:lvl4pPr lvl="3">
              <a:spcBef>
                <a:spcPts val="0"/>
              </a:spcBef>
              <a:spcAft>
                <a:spcPts val="0"/>
              </a:spcAft>
              <a:buSzPts val="1400"/>
              <a:buFont typeface="Lato"/>
              <a:buNone/>
              <a:defRPr sz="1800">
                <a:latin typeface="Lato"/>
                <a:ea typeface="Lato"/>
                <a:cs typeface="Lato"/>
                <a:sym typeface="Lato"/>
              </a:defRPr>
            </a:lvl4pPr>
            <a:lvl5pPr lvl="4">
              <a:spcBef>
                <a:spcPts val="0"/>
              </a:spcBef>
              <a:spcAft>
                <a:spcPts val="0"/>
              </a:spcAft>
              <a:buSzPts val="1400"/>
              <a:buFont typeface="Lato"/>
              <a:buNone/>
              <a:defRPr sz="1800">
                <a:latin typeface="Lato"/>
                <a:ea typeface="Lato"/>
                <a:cs typeface="Lato"/>
                <a:sym typeface="Lato"/>
              </a:defRPr>
            </a:lvl5pPr>
            <a:lvl6pPr lvl="5">
              <a:spcBef>
                <a:spcPts val="0"/>
              </a:spcBef>
              <a:spcAft>
                <a:spcPts val="0"/>
              </a:spcAft>
              <a:buSzPts val="1400"/>
              <a:buFont typeface="Lato"/>
              <a:buNone/>
              <a:defRPr sz="1800">
                <a:latin typeface="Lato"/>
                <a:ea typeface="Lato"/>
                <a:cs typeface="Lato"/>
                <a:sym typeface="Lato"/>
              </a:defRPr>
            </a:lvl6pPr>
            <a:lvl7pPr lvl="6">
              <a:spcBef>
                <a:spcPts val="0"/>
              </a:spcBef>
              <a:spcAft>
                <a:spcPts val="0"/>
              </a:spcAft>
              <a:buSzPts val="1400"/>
              <a:buFont typeface="Lato"/>
              <a:buNone/>
              <a:defRPr sz="1800">
                <a:latin typeface="Lato"/>
                <a:ea typeface="Lato"/>
                <a:cs typeface="Lato"/>
                <a:sym typeface="Lato"/>
              </a:defRPr>
            </a:lvl7pPr>
            <a:lvl8pPr lvl="7">
              <a:spcBef>
                <a:spcPts val="0"/>
              </a:spcBef>
              <a:spcAft>
                <a:spcPts val="0"/>
              </a:spcAft>
              <a:buSzPts val="1400"/>
              <a:buFont typeface="Lato"/>
              <a:buNone/>
              <a:defRPr sz="1800">
                <a:latin typeface="Lato"/>
                <a:ea typeface="Lato"/>
                <a:cs typeface="Lato"/>
                <a:sym typeface="Lato"/>
              </a:defRPr>
            </a:lvl8pPr>
            <a:lvl9pPr lvl="8">
              <a:spcBef>
                <a:spcPts val="0"/>
              </a:spcBef>
              <a:spcAft>
                <a:spcPts val="0"/>
              </a:spcAft>
              <a:buSzPts val="1400"/>
              <a:buFont typeface="Lato"/>
              <a:buNone/>
              <a:defRPr sz="1800">
                <a:latin typeface="Lato"/>
                <a:ea typeface="Lato"/>
                <a:cs typeface="Lato"/>
                <a:sym typeface="Lato"/>
              </a:defRPr>
            </a:lvl9pPr>
          </a:lstStyle>
          <a:p/>
        </p:txBody>
      </p:sp>
    </p:spTree>
  </p:cSld>
  <p:clrMapOvr>
    <a:masterClrMapping/>
  </p:clrMapOvr>
  <p:extLst>
    <p:ext uri="{DCECCB84-F9BA-43D5-87BE-67443E8EF086}">
      <p15:sldGuideLst>
        <p15:guide id="1" orient="horz" pos="275">
          <p15:clr>
            <a:srgbClr val="FBAE40"/>
          </p15:clr>
        </p15:guide>
        <p15:guide id="2" pos="310">
          <p15:clr>
            <a:srgbClr val="FBAE40"/>
          </p15:clr>
        </p15:guide>
        <p15:guide id="3" pos="5653">
          <p15:clr>
            <a:srgbClr val="FBAE40"/>
          </p15:clr>
        </p15:guide>
        <p15:guide id="4" orient="horz" pos="282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 marcianito">
  <p:cSld name="CUSTOM_3_1">
    <p:bg>
      <p:bgPr>
        <a:solidFill>
          <a:srgbClr val="1E7D86"/>
        </a:solidFill>
      </p:bgPr>
    </p:bg>
    <p:spTree>
      <p:nvGrpSpPr>
        <p:cNvPr id="66" name="Shape 66"/>
        <p:cNvGrpSpPr/>
        <p:nvPr/>
      </p:nvGrpSpPr>
      <p:grpSpPr>
        <a:xfrm>
          <a:off x="0" y="0"/>
          <a:ext cx="0" cy="0"/>
          <a:chOff x="0" y="0"/>
          <a:chExt cx="0" cy="0"/>
        </a:xfrm>
      </p:grpSpPr>
      <p:sp>
        <p:nvSpPr>
          <p:cNvPr id="67" name="Google Shape;67;p2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con logo y &quot;breadcrumb&quot;">
  <p:cSld name="CUSTOM_2_2_1">
    <p:bg>
      <p:bgPr>
        <a:solidFill>
          <a:schemeClr val="lt2"/>
        </a:solidFill>
      </p:bgPr>
    </p:bg>
    <p:spTree>
      <p:nvGrpSpPr>
        <p:cNvPr id="69" name="Shape 69"/>
        <p:cNvGrpSpPr/>
        <p:nvPr/>
      </p:nvGrpSpPr>
      <p:grpSpPr>
        <a:xfrm>
          <a:off x="0" y="0"/>
          <a:ext cx="0" cy="0"/>
          <a:chOff x="0" y="0"/>
          <a:chExt cx="0" cy="0"/>
        </a:xfrm>
      </p:grpSpPr>
      <p:pic>
        <p:nvPicPr>
          <p:cNvPr id="70" name="Google Shape;70;p22"/>
          <p:cNvPicPr preferRelativeResize="0"/>
          <p:nvPr/>
        </p:nvPicPr>
        <p:blipFill>
          <a:blip r:embed="rId2">
            <a:alphaModFix/>
          </a:blip>
          <a:stretch>
            <a:fillRect/>
          </a:stretch>
        </p:blipFill>
        <p:spPr>
          <a:xfrm>
            <a:off x="8363826" y="344875"/>
            <a:ext cx="445548" cy="134225"/>
          </a:xfrm>
          <a:prstGeom prst="rect">
            <a:avLst/>
          </a:prstGeom>
          <a:noFill/>
          <a:ln>
            <a:noFill/>
          </a:ln>
        </p:spPr>
      </p:pic>
      <p:sp>
        <p:nvSpPr>
          <p:cNvPr id="71" name="Google Shape;71;p22"/>
          <p:cNvSpPr txBox="1"/>
          <p:nvPr>
            <p:ph type="title"/>
          </p:nvPr>
        </p:nvSpPr>
        <p:spPr>
          <a:xfrm>
            <a:off x="341150" y="783529"/>
            <a:ext cx="6709800" cy="384300"/>
          </a:xfrm>
          <a:prstGeom prst="rect">
            <a:avLst/>
          </a:prstGeom>
          <a:noFill/>
          <a:ln>
            <a:noFill/>
          </a:ln>
        </p:spPr>
        <p:txBody>
          <a:bodyPr anchorCtr="0" anchor="t" bIns="0" lIns="0" spcFirstLastPara="1" rIns="0" wrap="square" tIns="0">
            <a:noAutofit/>
          </a:bodyPr>
          <a:lstStyle>
            <a:lvl1pPr lvl="0">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1pPr>
            <a:lvl2pPr lvl="1">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2pPr>
            <a:lvl3pPr lvl="2">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3pPr>
            <a:lvl4pPr lvl="3">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4pPr>
            <a:lvl5pPr lvl="4">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5pPr>
            <a:lvl6pPr lvl="5">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6pPr>
            <a:lvl7pPr lvl="6">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7pPr>
            <a:lvl8pPr lvl="7">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8pPr>
            <a:lvl9pPr lvl="8">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9pPr>
          </a:lstStyle>
          <a:p/>
        </p:txBody>
      </p:sp>
      <p:sp>
        <p:nvSpPr>
          <p:cNvPr id="72" name="Google Shape;72;p22"/>
          <p:cNvSpPr txBox="1"/>
          <p:nvPr/>
        </p:nvSpPr>
        <p:spPr>
          <a:xfrm>
            <a:off x="8383350" y="4763800"/>
            <a:ext cx="5025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800">
                <a:solidFill>
                  <a:srgbClr val="003194"/>
                </a:solidFill>
                <a:latin typeface="Lato"/>
                <a:ea typeface="Lato"/>
                <a:cs typeface="Lato"/>
                <a:sym typeface="Lato"/>
              </a:rPr>
              <a:t>p. </a:t>
            </a:r>
            <a:fld id="{00000000-1234-1234-1234-123412341234}" type="slidenum">
              <a:rPr lang="es" sz="800">
                <a:solidFill>
                  <a:srgbClr val="003194"/>
                </a:solidFill>
                <a:latin typeface="Lato"/>
                <a:ea typeface="Lato"/>
                <a:cs typeface="Lato"/>
                <a:sym typeface="Lato"/>
              </a:rPr>
              <a:t>‹#›</a:t>
            </a:fld>
            <a:endParaRPr>
              <a:solidFill>
                <a:srgbClr val="003194"/>
              </a:solidFill>
              <a:latin typeface="Lato"/>
              <a:ea typeface="Lato"/>
              <a:cs typeface="Lato"/>
              <a:sym typeface="Lat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con logo">
  <p:cSld name="CUSTOM_2_2_1_2">
    <p:bg>
      <p:bgPr>
        <a:solidFill>
          <a:schemeClr val="lt2"/>
        </a:solidFill>
      </p:bgPr>
    </p:bg>
    <p:spTree>
      <p:nvGrpSpPr>
        <p:cNvPr id="73" name="Shape 73"/>
        <p:cNvGrpSpPr/>
        <p:nvPr/>
      </p:nvGrpSpPr>
      <p:grpSpPr>
        <a:xfrm>
          <a:off x="0" y="0"/>
          <a:ext cx="0" cy="0"/>
          <a:chOff x="0" y="0"/>
          <a:chExt cx="0" cy="0"/>
        </a:xfrm>
      </p:grpSpPr>
      <p:pic>
        <p:nvPicPr>
          <p:cNvPr id="74" name="Google Shape;74;p23"/>
          <p:cNvPicPr preferRelativeResize="0"/>
          <p:nvPr/>
        </p:nvPicPr>
        <p:blipFill>
          <a:blip r:embed="rId2">
            <a:alphaModFix/>
          </a:blip>
          <a:stretch>
            <a:fillRect/>
          </a:stretch>
        </p:blipFill>
        <p:spPr>
          <a:xfrm>
            <a:off x="8363826" y="344863"/>
            <a:ext cx="445548" cy="134225"/>
          </a:xfrm>
          <a:prstGeom prst="rect">
            <a:avLst/>
          </a:prstGeom>
          <a:noFill/>
          <a:ln>
            <a:noFill/>
          </a:ln>
        </p:spPr>
      </p:pic>
      <p:sp>
        <p:nvSpPr>
          <p:cNvPr id="75" name="Google Shape;75;p23"/>
          <p:cNvSpPr txBox="1"/>
          <p:nvPr>
            <p:ph type="title"/>
          </p:nvPr>
        </p:nvSpPr>
        <p:spPr>
          <a:xfrm>
            <a:off x="341150" y="226650"/>
            <a:ext cx="6703800" cy="385200"/>
          </a:xfrm>
          <a:prstGeom prst="rect">
            <a:avLst/>
          </a:prstGeom>
          <a:noFill/>
          <a:ln>
            <a:noFill/>
          </a:ln>
        </p:spPr>
        <p:txBody>
          <a:bodyPr anchorCtr="0" anchor="t" bIns="0" lIns="0" spcFirstLastPara="1" rIns="0" wrap="square" tIns="0">
            <a:noAutofit/>
          </a:bodyPr>
          <a:lstStyle>
            <a:lvl1pPr lvl="0">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9pPr>
          </a:lstStyle>
          <a:p/>
        </p:txBody>
      </p:sp>
      <p:sp>
        <p:nvSpPr>
          <p:cNvPr id="76" name="Google Shape;76;p23"/>
          <p:cNvSpPr txBox="1"/>
          <p:nvPr/>
        </p:nvSpPr>
        <p:spPr>
          <a:xfrm>
            <a:off x="8383350" y="4763800"/>
            <a:ext cx="5025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800">
                <a:solidFill>
                  <a:srgbClr val="003194"/>
                </a:solidFill>
                <a:latin typeface="Lato"/>
                <a:ea typeface="Lato"/>
                <a:cs typeface="Lato"/>
                <a:sym typeface="Lato"/>
              </a:rPr>
              <a:t>p. </a:t>
            </a:r>
            <a:fld id="{00000000-1234-1234-1234-123412341234}" type="slidenum">
              <a:rPr lang="es" sz="800">
                <a:solidFill>
                  <a:srgbClr val="003194"/>
                </a:solidFill>
                <a:latin typeface="Lato"/>
                <a:ea typeface="Lato"/>
                <a:cs typeface="Lato"/>
                <a:sym typeface="Lato"/>
              </a:rPr>
              <a:t>‹#›</a:t>
            </a:fld>
            <a:endParaRPr>
              <a:solidFill>
                <a:srgbClr val="003194"/>
              </a:solidFill>
              <a:latin typeface="Lato"/>
              <a:ea typeface="Lato"/>
              <a:cs typeface="Lato"/>
              <a:sym typeface="La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con &quot;breadcrumb&quot; sin logo">
  <p:cSld name="CUSTOM_2_2_1_1">
    <p:bg>
      <p:bgPr>
        <a:solidFill>
          <a:schemeClr val="lt2"/>
        </a:solidFill>
      </p:bgPr>
    </p:bg>
    <p:spTree>
      <p:nvGrpSpPr>
        <p:cNvPr id="77" name="Shape 77"/>
        <p:cNvGrpSpPr/>
        <p:nvPr/>
      </p:nvGrpSpPr>
      <p:grpSpPr>
        <a:xfrm>
          <a:off x="0" y="0"/>
          <a:ext cx="0" cy="0"/>
          <a:chOff x="0" y="0"/>
          <a:chExt cx="0" cy="0"/>
        </a:xfrm>
      </p:grpSpPr>
      <p:sp>
        <p:nvSpPr>
          <p:cNvPr id="78" name="Google Shape;78;p24"/>
          <p:cNvSpPr txBox="1"/>
          <p:nvPr/>
        </p:nvSpPr>
        <p:spPr>
          <a:xfrm>
            <a:off x="8383350" y="4763800"/>
            <a:ext cx="5025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800">
                <a:solidFill>
                  <a:srgbClr val="003194"/>
                </a:solidFill>
                <a:latin typeface="Lato"/>
                <a:ea typeface="Lato"/>
                <a:cs typeface="Lato"/>
                <a:sym typeface="Lato"/>
              </a:rPr>
              <a:t>p. </a:t>
            </a:r>
            <a:fld id="{00000000-1234-1234-1234-123412341234}" type="slidenum">
              <a:rPr lang="es" sz="800">
                <a:solidFill>
                  <a:srgbClr val="003194"/>
                </a:solidFill>
                <a:latin typeface="Lato"/>
                <a:ea typeface="Lato"/>
                <a:cs typeface="Lato"/>
                <a:sym typeface="Lato"/>
              </a:rPr>
              <a:t>‹#›</a:t>
            </a:fld>
            <a:endParaRPr>
              <a:solidFill>
                <a:srgbClr val="003194"/>
              </a:solidFill>
              <a:latin typeface="Lato"/>
              <a:ea typeface="Lato"/>
              <a:cs typeface="Lato"/>
              <a:sym typeface="Lato"/>
            </a:endParaRPr>
          </a:p>
        </p:txBody>
      </p:sp>
      <p:sp>
        <p:nvSpPr>
          <p:cNvPr id="79" name="Google Shape;79;p24"/>
          <p:cNvSpPr txBox="1"/>
          <p:nvPr>
            <p:ph type="title"/>
          </p:nvPr>
        </p:nvSpPr>
        <p:spPr>
          <a:xfrm>
            <a:off x="342000" y="784800"/>
            <a:ext cx="6709800" cy="385200"/>
          </a:xfrm>
          <a:prstGeom prst="rect">
            <a:avLst/>
          </a:prstGeom>
          <a:noFill/>
          <a:ln>
            <a:noFill/>
          </a:ln>
        </p:spPr>
        <p:txBody>
          <a:bodyPr anchorCtr="0" anchor="t" bIns="0" lIns="0" spcFirstLastPara="1" rIns="0" wrap="square" tIns="0">
            <a:noAutofit/>
          </a:bodyPr>
          <a:lstStyle>
            <a:lvl1pPr lvl="0">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1pPr>
            <a:lvl2pPr lvl="1">
              <a:lnSpc>
                <a:spcPct val="80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2pPr>
            <a:lvl3pPr lvl="2">
              <a:lnSpc>
                <a:spcPct val="80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3pPr>
            <a:lvl4pPr lvl="3">
              <a:lnSpc>
                <a:spcPct val="80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4pPr>
            <a:lvl5pPr lvl="4">
              <a:lnSpc>
                <a:spcPct val="80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5pPr>
            <a:lvl6pPr lvl="5">
              <a:lnSpc>
                <a:spcPct val="80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6pPr>
            <a:lvl7pPr lvl="6">
              <a:lnSpc>
                <a:spcPct val="80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7pPr>
            <a:lvl8pPr lvl="7">
              <a:lnSpc>
                <a:spcPct val="80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8pPr>
            <a:lvl9pPr lvl="8">
              <a:lnSpc>
                <a:spcPct val="80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CUSTOM_2_2_1_1_1">
    <p:bg>
      <p:bgPr>
        <a:solidFill>
          <a:schemeClr val="lt2"/>
        </a:solidFill>
      </p:bgPr>
    </p:bg>
    <p:spTree>
      <p:nvGrpSpPr>
        <p:cNvPr id="80" name="Shape 80"/>
        <p:cNvGrpSpPr/>
        <p:nvPr/>
      </p:nvGrpSpPr>
      <p:grpSpPr>
        <a:xfrm>
          <a:off x="0" y="0"/>
          <a:ext cx="0" cy="0"/>
          <a:chOff x="0" y="0"/>
          <a:chExt cx="0" cy="0"/>
        </a:xfrm>
      </p:grpSpPr>
      <p:sp>
        <p:nvSpPr>
          <p:cNvPr id="81" name="Google Shape;81;p25"/>
          <p:cNvSpPr txBox="1"/>
          <p:nvPr/>
        </p:nvSpPr>
        <p:spPr>
          <a:xfrm>
            <a:off x="8383350" y="4763800"/>
            <a:ext cx="5025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 sz="800">
                <a:solidFill>
                  <a:srgbClr val="003194"/>
                </a:solidFill>
                <a:latin typeface="Lato"/>
                <a:ea typeface="Lato"/>
                <a:cs typeface="Lato"/>
                <a:sym typeface="Lato"/>
              </a:rPr>
              <a:t>p. </a:t>
            </a:r>
            <a:fld id="{00000000-1234-1234-1234-123412341234}" type="slidenum">
              <a:rPr lang="es" sz="800">
                <a:solidFill>
                  <a:srgbClr val="003194"/>
                </a:solidFill>
                <a:latin typeface="Lato"/>
                <a:ea typeface="Lato"/>
                <a:cs typeface="Lato"/>
                <a:sym typeface="Lato"/>
              </a:rPr>
              <a:t>‹#›</a:t>
            </a:fld>
            <a:endParaRPr>
              <a:solidFill>
                <a:srgbClr val="003194"/>
              </a:solidFill>
              <a:latin typeface="Lato"/>
              <a:ea typeface="Lato"/>
              <a:cs typeface="Lato"/>
              <a:sym typeface="Lato"/>
            </a:endParaRPr>
          </a:p>
        </p:txBody>
      </p:sp>
      <p:sp>
        <p:nvSpPr>
          <p:cNvPr id="82" name="Google Shape;82;p25"/>
          <p:cNvSpPr txBox="1"/>
          <p:nvPr>
            <p:ph type="title"/>
          </p:nvPr>
        </p:nvSpPr>
        <p:spPr>
          <a:xfrm>
            <a:off x="342000" y="226800"/>
            <a:ext cx="6709800" cy="385200"/>
          </a:xfrm>
          <a:prstGeom prst="rect">
            <a:avLst/>
          </a:prstGeom>
          <a:noFill/>
          <a:ln>
            <a:noFill/>
          </a:ln>
        </p:spPr>
        <p:txBody>
          <a:bodyPr anchorCtr="0" anchor="t" bIns="0" lIns="0" spcFirstLastPara="1" rIns="0" wrap="square" tIns="0">
            <a:noAutofit/>
          </a:bodyPr>
          <a:lstStyle>
            <a:lvl1pPr lvl="0">
              <a:lnSpc>
                <a:spcPct val="85000"/>
              </a:lnSpc>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3000"/>
              <a:buFont typeface="Source Serif 4"/>
              <a:buNone/>
              <a:defRPr b="1" sz="3000">
                <a:solidFill>
                  <a:schemeClr val="dk1"/>
                </a:solidFill>
                <a:latin typeface="Source Serif 4"/>
                <a:ea typeface="Source Serif 4"/>
                <a:cs typeface="Source Serif 4"/>
                <a:sym typeface="Source Serif 4"/>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imagen">
  <p:cSld name="CUSTOM_1">
    <p:spTree>
      <p:nvGrpSpPr>
        <p:cNvPr id="83" name="Shape 83"/>
        <p:cNvGrpSpPr/>
        <p:nvPr/>
      </p:nvGrpSpPr>
      <p:grpSpPr>
        <a:xfrm>
          <a:off x="0" y="0"/>
          <a:ext cx="0" cy="0"/>
          <a:chOff x="0" y="0"/>
          <a:chExt cx="0" cy="0"/>
        </a:xfrm>
      </p:grpSpPr>
      <p:sp>
        <p:nvSpPr>
          <p:cNvPr id="84" name="Google Shape;84;p26"/>
          <p:cNvSpPr/>
          <p:nvPr>
            <p:ph idx="2" type="pic"/>
          </p:nvPr>
        </p:nvSpPr>
        <p:spPr>
          <a:xfrm>
            <a:off x="75" y="-50"/>
            <a:ext cx="9144000" cy="5143500"/>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1">
  <p:cSld name="Título y objetos_1_1">
    <p:bg>
      <p:bgPr>
        <a:solidFill>
          <a:schemeClr val="dk1"/>
        </a:solidFill>
      </p:bgPr>
    </p:bg>
    <p:spTree>
      <p:nvGrpSpPr>
        <p:cNvPr id="85" name="Shape 85"/>
        <p:cNvGrpSpPr/>
        <p:nvPr/>
      </p:nvGrpSpPr>
      <p:grpSpPr>
        <a:xfrm>
          <a:off x="0" y="0"/>
          <a:ext cx="0" cy="0"/>
          <a:chOff x="0" y="0"/>
          <a:chExt cx="0" cy="0"/>
        </a:xfrm>
      </p:grpSpPr>
      <p:sp>
        <p:nvSpPr>
          <p:cNvPr id="86" name="Google Shape;86;p27"/>
          <p:cNvSpPr txBox="1"/>
          <p:nvPr>
            <p:ph type="title"/>
          </p:nvPr>
        </p:nvSpPr>
        <p:spPr>
          <a:xfrm>
            <a:off x="334525" y="3026821"/>
            <a:ext cx="8475000" cy="1939200"/>
          </a:xfrm>
          <a:prstGeom prst="rect">
            <a:avLst/>
          </a:prstGeom>
          <a:noFill/>
          <a:ln>
            <a:noFill/>
          </a:ln>
        </p:spPr>
        <p:txBody>
          <a:bodyPr anchorCtr="0" anchor="b" bIns="0" lIns="0" spcFirstLastPara="1" rIns="0" wrap="square" tIns="0">
            <a:noAutofit/>
          </a:bodyPr>
          <a:lstStyle>
            <a:lvl1pPr lvl="0">
              <a:lnSpc>
                <a:spcPct val="90000"/>
              </a:lnSpc>
              <a:spcBef>
                <a:spcPts val="0"/>
              </a:spcBef>
              <a:spcAft>
                <a:spcPts val="0"/>
              </a:spcAft>
              <a:buClr>
                <a:schemeClr val="lt1"/>
              </a:buClr>
              <a:buSzPts val="6700"/>
              <a:buFont typeface="Source Serif 4"/>
              <a:buNone/>
              <a:defRPr b="1" sz="6700">
                <a:solidFill>
                  <a:schemeClr val="lt1"/>
                </a:solidFill>
                <a:latin typeface="Source Serif 4"/>
                <a:ea typeface="Source Serif 4"/>
                <a:cs typeface="Source Serif 4"/>
                <a:sym typeface="Source Serif 4"/>
              </a:defRPr>
            </a:lvl1pPr>
            <a:lvl2pPr lvl="1">
              <a:lnSpc>
                <a:spcPct val="90000"/>
              </a:lnSpc>
              <a:spcBef>
                <a:spcPts val="0"/>
              </a:spcBef>
              <a:spcAft>
                <a:spcPts val="0"/>
              </a:spcAft>
              <a:buClr>
                <a:schemeClr val="lt1"/>
              </a:buClr>
              <a:buSzPts val="6700"/>
              <a:buFont typeface="Source Serif 4"/>
              <a:buNone/>
              <a:defRPr b="1" sz="6700">
                <a:solidFill>
                  <a:schemeClr val="lt1"/>
                </a:solidFill>
                <a:latin typeface="Source Serif 4"/>
                <a:ea typeface="Source Serif 4"/>
                <a:cs typeface="Source Serif 4"/>
                <a:sym typeface="Source Serif 4"/>
              </a:defRPr>
            </a:lvl2pPr>
            <a:lvl3pPr lvl="2">
              <a:lnSpc>
                <a:spcPct val="90000"/>
              </a:lnSpc>
              <a:spcBef>
                <a:spcPts val="0"/>
              </a:spcBef>
              <a:spcAft>
                <a:spcPts val="0"/>
              </a:spcAft>
              <a:buClr>
                <a:schemeClr val="lt1"/>
              </a:buClr>
              <a:buSzPts val="6700"/>
              <a:buFont typeface="Source Serif 4"/>
              <a:buNone/>
              <a:defRPr b="1" sz="6700">
                <a:solidFill>
                  <a:schemeClr val="lt1"/>
                </a:solidFill>
                <a:latin typeface="Source Serif 4"/>
                <a:ea typeface="Source Serif 4"/>
                <a:cs typeface="Source Serif 4"/>
                <a:sym typeface="Source Serif 4"/>
              </a:defRPr>
            </a:lvl3pPr>
            <a:lvl4pPr lvl="3">
              <a:lnSpc>
                <a:spcPct val="90000"/>
              </a:lnSpc>
              <a:spcBef>
                <a:spcPts val="0"/>
              </a:spcBef>
              <a:spcAft>
                <a:spcPts val="0"/>
              </a:spcAft>
              <a:buClr>
                <a:schemeClr val="lt1"/>
              </a:buClr>
              <a:buSzPts val="6700"/>
              <a:buFont typeface="Source Serif 4"/>
              <a:buNone/>
              <a:defRPr b="1" sz="6700">
                <a:solidFill>
                  <a:schemeClr val="lt1"/>
                </a:solidFill>
                <a:latin typeface="Source Serif 4"/>
                <a:ea typeface="Source Serif 4"/>
                <a:cs typeface="Source Serif 4"/>
                <a:sym typeface="Source Serif 4"/>
              </a:defRPr>
            </a:lvl4pPr>
            <a:lvl5pPr lvl="4">
              <a:lnSpc>
                <a:spcPct val="90000"/>
              </a:lnSpc>
              <a:spcBef>
                <a:spcPts val="0"/>
              </a:spcBef>
              <a:spcAft>
                <a:spcPts val="0"/>
              </a:spcAft>
              <a:buClr>
                <a:schemeClr val="lt1"/>
              </a:buClr>
              <a:buSzPts val="6700"/>
              <a:buFont typeface="Source Serif 4"/>
              <a:buNone/>
              <a:defRPr b="1" sz="6700">
                <a:solidFill>
                  <a:schemeClr val="lt1"/>
                </a:solidFill>
                <a:latin typeface="Source Serif 4"/>
                <a:ea typeface="Source Serif 4"/>
                <a:cs typeface="Source Serif 4"/>
                <a:sym typeface="Source Serif 4"/>
              </a:defRPr>
            </a:lvl5pPr>
            <a:lvl6pPr lvl="5">
              <a:lnSpc>
                <a:spcPct val="90000"/>
              </a:lnSpc>
              <a:spcBef>
                <a:spcPts val="0"/>
              </a:spcBef>
              <a:spcAft>
                <a:spcPts val="0"/>
              </a:spcAft>
              <a:buClr>
                <a:schemeClr val="lt1"/>
              </a:buClr>
              <a:buSzPts val="6700"/>
              <a:buFont typeface="Source Serif 4"/>
              <a:buNone/>
              <a:defRPr b="1" sz="6700">
                <a:solidFill>
                  <a:schemeClr val="lt1"/>
                </a:solidFill>
                <a:latin typeface="Source Serif 4"/>
                <a:ea typeface="Source Serif 4"/>
                <a:cs typeface="Source Serif 4"/>
                <a:sym typeface="Source Serif 4"/>
              </a:defRPr>
            </a:lvl6pPr>
            <a:lvl7pPr lvl="6">
              <a:lnSpc>
                <a:spcPct val="90000"/>
              </a:lnSpc>
              <a:spcBef>
                <a:spcPts val="0"/>
              </a:spcBef>
              <a:spcAft>
                <a:spcPts val="0"/>
              </a:spcAft>
              <a:buClr>
                <a:schemeClr val="lt1"/>
              </a:buClr>
              <a:buSzPts val="6700"/>
              <a:buFont typeface="Source Serif 4"/>
              <a:buNone/>
              <a:defRPr b="1" sz="6700">
                <a:solidFill>
                  <a:schemeClr val="lt1"/>
                </a:solidFill>
                <a:latin typeface="Source Serif 4"/>
                <a:ea typeface="Source Serif 4"/>
                <a:cs typeface="Source Serif 4"/>
                <a:sym typeface="Source Serif 4"/>
              </a:defRPr>
            </a:lvl7pPr>
            <a:lvl8pPr lvl="7">
              <a:lnSpc>
                <a:spcPct val="90000"/>
              </a:lnSpc>
              <a:spcBef>
                <a:spcPts val="0"/>
              </a:spcBef>
              <a:spcAft>
                <a:spcPts val="0"/>
              </a:spcAft>
              <a:buClr>
                <a:schemeClr val="lt1"/>
              </a:buClr>
              <a:buSzPts val="6700"/>
              <a:buFont typeface="Source Serif 4"/>
              <a:buNone/>
              <a:defRPr b="1" sz="6700">
                <a:solidFill>
                  <a:schemeClr val="lt1"/>
                </a:solidFill>
                <a:latin typeface="Source Serif 4"/>
                <a:ea typeface="Source Serif 4"/>
                <a:cs typeface="Source Serif 4"/>
                <a:sym typeface="Source Serif 4"/>
              </a:defRPr>
            </a:lvl8pPr>
            <a:lvl9pPr lvl="8">
              <a:lnSpc>
                <a:spcPct val="90000"/>
              </a:lnSpc>
              <a:spcBef>
                <a:spcPts val="0"/>
              </a:spcBef>
              <a:spcAft>
                <a:spcPts val="0"/>
              </a:spcAft>
              <a:buClr>
                <a:schemeClr val="lt1"/>
              </a:buClr>
              <a:buSzPts val="6700"/>
              <a:buFont typeface="Source Serif 4"/>
              <a:buNone/>
              <a:defRPr b="1" sz="6700">
                <a:solidFill>
                  <a:schemeClr val="lt1"/>
                </a:solidFill>
                <a:latin typeface="Source Serif 4"/>
                <a:ea typeface="Source Serif 4"/>
                <a:cs typeface="Source Serif 4"/>
                <a:sym typeface="Source Serif 4"/>
              </a:defRPr>
            </a:lvl9pPr>
          </a:lstStyle>
          <a:p/>
        </p:txBody>
      </p:sp>
      <p:pic>
        <p:nvPicPr>
          <p:cNvPr id="87" name="Google Shape;87;p27"/>
          <p:cNvPicPr preferRelativeResize="0"/>
          <p:nvPr/>
        </p:nvPicPr>
        <p:blipFill>
          <a:blip r:embed="rId2">
            <a:alphaModFix/>
          </a:blip>
          <a:stretch>
            <a:fillRect/>
          </a:stretch>
        </p:blipFill>
        <p:spPr>
          <a:xfrm>
            <a:off x="344875" y="344875"/>
            <a:ext cx="722575" cy="216624"/>
          </a:xfrm>
          <a:prstGeom prst="rect">
            <a:avLst/>
          </a:prstGeom>
          <a:noFill/>
          <a:ln>
            <a:noFill/>
          </a:ln>
        </p:spPr>
      </p:pic>
      <p:sp>
        <p:nvSpPr>
          <p:cNvPr id="88" name="Google Shape;88;p27"/>
          <p:cNvSpPr txBox="1"/>
          <p:nvPr>
            <p:ph idx="1" type="subTitle"/>
          </p:nvPr>
        </p:nvSpPr>
        <p:spPr>
          <a:xfrm>
            <a:off x="339854" y="2652147"/>
            <a:ext cx="3863100" cy="2166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lt1"/>
              </a:buClr>
              <a:buSzPts val="1200"/>
              <a:buFont typeface="Lato"/>
              <a:buNone/>
              <a:defRPr sz="1200">
                <a:solidFill>
                  <a:schemeClr val="lt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1 con micro-ilustración">
  <p:cSld name="Título y objetos_1_1_3">
    <p:bg>
      <p:bgPr>
        <a:solidFill>
          <a:schemeClr val="dk1"/>
        </a:solidFill>
      </p:bgPr>
    </p:bg>
    <p:spTree>
      <p:nvGrpSpPr>
        <p:cNvPr id="89" name="Shape 89"/>
        <p:cNvGrpSpPr/>
        <p:nvPr/>
      </p:nvGrpSpPr>
      <p:grpSpPr>
        <a:xfrm>
          <a:off x="0" y="0"/>
          <a:ext cx="0" cy="0"/>
          <a:chOff x="0" y="0"/>
          <a:chExt cx="0" cy="0"/>
        </a:xfrm>
      </p:grpSpPr>
      <p:sp>
        <p:nvSpPr>
          <p:cNvPr id="90" name="Google Shape;90;p28"/>
          <p:cNvSpPr txBox="1"/>
          <p:nvPr>
            <p:ph type="title"/>
          </p:nvPr>
        </p:nvSpPr>
        <p:spPr>
          <a:xfrm>
            <a:off x="334525" y="2139598"/>
            <a:ext cx="5681100" cy="1395900"/>
          </a:xfrm>
          <a:prstGeom prst="rect">
            <a:avLst/>
          </a:prstGeom>
          <a:noFill/>
          <a:ln>
            <a:noFill/>
          </a:ln>
        </p:spPr>
        <p:txBody>
          <a:bodyPr anchorCtr="0" anchor="t" bIns="0" lIns="0" spcFirstLastPara="1" rIns="0" wrap="square" tIns="0">
            <a:noAutofit/>
          </a:bodyPr>
          <a:lstStyle>
            <a:lvl1pPr lvl="0">
              <a:lnSpc>
                <a:spcPct val="90000"/>
              </a:lnSpc>
              <a:spcBef>
                <a:spcPts val="0"/>
              </a:spcBef>
              <a:spcAft>
                <a:spcPts val="0"/>
              </a:spcAft>
              <a:buClr>
                <a:schemeClr val="lt1"/>
              </a:buClr>
              <a:buSzPts val="7200"/>
              <a:buFont typeface="Source Serif 4"/>
              <a:buNone/>
              <a:defRPr b="1" sz="7200">
                <a:solidFill>
                  <a:schemeClr val="lt1"/>
                </a:solidFill>
                <a:latin typeface="Source Serif 4"/>
                <a:ea typeface="Source Serif 4"/>
                <a:cs typeface="Source Serif 4"/>
                <a:sym typeface="Source Serif 4"/>
              </a:defRPr>
            </a:lvl1pPr>
            <a:lvl2pPr lvl="1">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2pPr>
            <a:lvl3pPr lvl="2">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3pPr>
            <a:lvl4pPr lvl="3">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4pPr>
            <a:lvl5pPr lvl="4">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5pPr>
            <a:lvl6pPr lvl="5">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6pPr>
            <a:lvl7pPr lvl="6">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7pPr>
            <a:lvl8pPr lvl="7">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8pPr>
            <a:lvl9pPr lvl="8">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9pPr>
          </a:lstStyle>
          <a:p/>
        </p:txBody>
      </p:sp>
      <p:pic>
        <p:nvPicPr>
          <p:cNvPr id="91" name="Google Shape;91;p28"/>
          <p:cNvPicPr preferRelativeResize="0"/>
          <p:nvPr/>
        </p:nvPicPr>
        <p:blipFill>
          <a:blip r:embed="rId2">
            <a:alphaModFix/>
          </a:blip>
          <a:stretch>
            <a:fillRect/>
          </a:stretch>
        </p:blipFill>
        <p:spPr>
          <a:xfrm>
            <a:off x="344875" y="344875"/>
            <a:ext cx="722575" cy="216624"/>
          </a:xfrm>
          <a:prstGeom prst="rect">
            <a:avLst/>
          </a:prstGeom>
          <a:noFill/>
          <a:ln>
            <a:noFill/>
          </a:ln>
        </p:spPr>
      </p:pic>
      <p:sp>
        <p:nvSpPr>
          <p:cNvPr id="92" name="Google Shape;92;p28"/>
          <p:cNvSpPr txBox="1"/>
          <p:nvPr>
            <p:ph idx="1" type="subTitle"/>
          </p:nvPr>
        </p:nvSpPr>
        <p:spPr>
          <a:xfrm>
            <a:off x="348425" y="1798700"/>
            <a:ext cx="4421700" cy="2712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lt1"/>
              </a:buClr>
              <a:buSzPts val="1400"/>
              <a:buFont typeface="Lato"/>
              <a:buNone/>
              <a:defRPr>
                <a:solidFill>
                  <a:schemeClr val="lt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1 con imagen">
  <p:cSld name="Título y objetos_1_1_2">
    <p:bg>
      <p:bgPr>
        <a:solidFill>
          <a:schemeClr val="dk1"/>
        </a:solidFill>
      </p:bgPr>
    </p:bg>
    <p:spTree>
      <p:nvGrpSpPr>
        <p:cNvPr id="93" name="Shape 93"/>
        <p:cNvGrpSpPr/>
        <p:nvPr/>
      </p:nvGrpSpPr>
      <p:grpSpPr>
        <a:xfrm>
          <a:off x="0" y="0"/>
          <a:ext cx="0" cy="0"/>
          <a:chOff x="0" y="0"/>
          <a:chExt cx="0" cy="0"/>
        </a:xfrm>
      </p:grpSpPr>
      <p:sp>
        <p:nvSpPr>
          <p:cNvPr id="94" name="Google Shape;94;p29"/>
          <p:cNvSpPr/>
          <p:nvPr>
            <p:ph idx="2" type="pic"/>
          </p:nvPr>
        </p:nvSpPr>
        <p:spPr>
          <a:xfrm>
            <a:off x="4970225" y="344875"/>
            <a:ext cx="3839100" cy="4462800"/>
          </a:xfrm>
          <a:prstGeom prst="roundRect">
            <a:avLst>
              <a:gd fmla="val 3752" name="adj"/>
            </a:avLst>
          </a:prstGeom>
          <a:noFill/>
          <a:ln>
            <a:noFill/>
          </a:ln>
        </p:spPr>
      </p:sp>
      <p:sp>
        <p:nvSpPr>
          <p:cNvPr id="95" name="Google Shape;95;p29"/>
          <p:cNvSpPr txBox="1"/>
          <p:nvPr>
            <p:ph type="title"/>
          </p:nvPr>
        </p:nvSpPr>
        <p:spPr>
          <a:xfrm>
            <a:off x="334525" y="1117095"/>
            <a:ext cx="3905700" cy="1395900"/>
          </a:xfrm>
          <a:prstGeom prst="rect">
            <a:avLst/>
          </a:prstGeom>
          <a:noFill/>
          <a:ln>
            <a:noFill/>
          </a:ln>
        </p:spPr>
        <p:txBody>
          <a:bodyPr anchorCtr="0" anchor="t" bIns="0" lIns="0" spcFirstLastPara="1" rIns="0" wrap="square" tIns="0">
            <a:noAutofit/>
          </a:bodyPr>
          <a:lstStyle>
            <a:lvl1pPr lvl="0">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1pPr>
            <a:lvl2pPr lvl="1">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2pPr>
            <a:lvl3pPr lvl="2">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3pPr>
            <a:lvl4pPr lvl="3">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4pPr>
            <a:lvl5pPr lvl="4">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5pPr>
            <a:lvl6pPr lvl="5">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6pPr>
            <a:lvl7pPr lvl="6">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7pPr>
            <a:lvl8pPr lvl="7">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8pPr>
            <a:lvl9pPr lvl="8">
              <a:lnSpc>
                <a:spcPct val="90000"/>
              </a:lnSpc>
              <a:spcBef>
                <a:spcPts val="0"/>
              </a:spcBef>
              <a:spcAft>
                <a:spcPts val="0"/>
              </a:spcAft>
              <a:buClr>
                <a:schemeClr val="lt1"/>
              </a:buClr>
              <a:buSzPts val="5000"/>
              <a:buFont typeface="Source Serif 4"/>
              <a:buNone/>
              <a:defRPr b="1" sz="5000">
                <a:solidFill>
                  <a:schemeClr val="lt1"/>
                </a:solidFill>
                <a:latin typeface="Source Serif 4"/>
                <a:ea typeface="Source Serif 4"/>
                <a:cs typeface="Source Serif 4"/>
                <a:sym typeface="Source Serif 4"/>
              </a:defRPr>
            </a:lvl9pPr>
          </a:lstStyle>
          <a:p/>
        </p:txBody>
      </p:sp>
      <p:pic>
        <p:nvPicPr>
          <p:cNvPr id="96" name="Google Shape;96;p29"/>
          <p:cNvPicPr preferRelativeResize="0"/>
          <p:nvPr/>
        </p:nvPicPr>
        <p:blipFill>
          <a:blip r:embed="rId2">
            <a:alphaModFix/>
          </a:blip>
          <a:stretch>
            <a:fillRect/>
          </a:stretch>
        </p:blipFill>
        <p:spPr>
          <a:xfrm>
            <a:off x="344875" y="344875"/>
            <a:ext cx="722575" cy="216624"/>
          </a:xfrm>
          <a:prstGeom prst="rect">
            <a:avLst/>
          </a:prstGeom>
          <a:noFill/>
          <a:ln>
            <a:noFill/>
          </a:ln>
        </p:spPr>
      </p:pic>
      <p:sp>
        <p:nvSpPr>
          <p:cNvPr id="97" name="Google Shape;97;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solidFill>
                  <a:schemeClr val="lt1"/>
                </a:solidFill>
                <a:latin typeface="Source Serif 4 Black"/>
                <a:ea typeface="Source Serif 4 Black"/>
                <a:cs typeface="Source Serif 4 Black"/>
                <a:sym typeface="Source Serif 4 Black"/>
              </a:defRPr>
            </a:lvl1pPr>
            <a:lvl2pPr lvl="1">
              <a:buNone/>
              <a:defRPr>
                <a:solidFill>
                  <a:schemeClr val="lt1"/>
                </a:solidFill>
                <a:latin typeface="Source Serif 4 Black"/>
                <a:ea typeface="Source Serif 4 Black"/>
                <a:cs typeface="Source Serif 4 Black"/>
                <a:sym typeface="Source Serif 4 Black"/>
              </a:defRPr>
            </a:lvl2pPr>
            <a:lvl3pPr lvl="2">
              <a:buNone/>
              <a:defRPr>
                <a:solidFill>
                  <a:schemeClr val="lt1"/>
                </a:solidFill>
                <a:latin typeface="Source Serif 4 Black"/>
                <a:ea typeface="Source Serif 4 Black"/>
                <a:cs typeface="Source Serif 4 Black"/>
                <a:sym typeface="Source Serif 4 Black"/>
              </a:defRPr>
            </a:lvl3pPr>
            <a:lvl4pPr lvl="3">
              <a:buNone/>
              <a:defRPr>
                <a:solidFill>
                  <a:schemeClr val="lt1"/>
                </a:solidFill>
                <a:latin typeface="Source Serif 4 Black"/>
                <a:ea typeface="Source Serif 4 Black"/>
                <a:cs typeface="Source Serif 4 Black"/>
                <a:sym typeface="Source Serif 4 Black"/>
              </a:defRPr>
            </a:lvl4pPr>
            <a:lvl5pPr lvl="4">
              <a:buNone/>
              <a:defRPr>
                <a:solidFill>
                  <a:schemeClr val="lt1"/>
                </a:solidFill>
                <a:latin typeface="Source Serif 4 Black"/>
                <a:ea typeface="Source Serif 4 Black"/>
                <a:cs typeface="Source Serif 4 Black"/>
                <a:sym typeface="Source Serif 4 Black"/>
              </a:defRPr>
            </a:lvl5pPr>
            <a:lvl6pPr lvl="5">
              <a:buNone/>
              <a:defRPr>
                <a:solidFill>
                  <a:schemeClr val="lt1"/>
                </a:solidFill>
                <a:latin typeface="Source Serif 4 Black"/>
                <a:ea typeface="Source Serif 4 Black"/>
                <a:cs typeface="Source Serif 4 Black"/>
                <a:sym typeface="Source Serif 4 Black"/>
              </a:defRPr>
            </a:lvl6pPr>
            <a:lvl7pPr lvl="6">
              <a:buNone/>
              <a:defRPr>
                <a:solidFill>
                  <a:schemeClr val="lt1"/>
                </a:solidFill>
                <a:latin typeface="Source Serif 4 Black"/>
                <a:ea typeface="Source Serif 4 Black"/>
                <a:cs typeface="Source Serif 4 Black"/>
                <a:sym typeface="Source Serif 4 Black"/>
              </a:defRPr>
            </a:lvl7pPr>
            <a:lvl8pPr lvl="7">
              <a:buNone/>
              <a:defRPr>
                <a:solidFill>
                  <a:schemeClr val="lt1"/>
                </a:solidFill>
                <a:latin typeface="Source Serif 4 Black"/>
                <a:ea typeface="Source Serif 4 Black"/>
                <a:cs typeface="Source Serif 4 Black"/>
                <a:sym typeface="Source Serif 4 Black"/>
              </a:defRPr>
            </a:lvl8pPr>
            <a:lvl9pPr lvl="8">
              <a:buNone/>
              <a:defRPr>
                <a:solidFill>
                  <a:schemeClr val="lt1"/>
                </a:solidFill>
                <a:latin typeface="Source Serif 4 Black"/>
                <a:ea typeface="Source Serif 4 Black"/>
                <a:cs typeface="Source Serif 4 Black"/>
                <a:sym typeface="Source Serif 4 Black"/>
              </a:defRPr>
            </a:lvl9pPr>
          </a:lstStyle>
          <a:p>
            <a:pPr indent="0" lvl="0" marL="0" rtl="0" algn="l">
              <a:spcBef>
                <a:spcPts val="0"/>
              </a:spcBef>
              <a:spcAft>
                <a:spcPts val="0"/>
              </a:spcAft>
              <a:buNone/>
            </a:pPr>
            <a:fld id="{00000000-1234-1234-1234-123412341234}" type="slidenum">
              <a:rPr lang="es"/>
              <a:t>‹#›</a:t>
            </a:fld>
            <a:endParaRPr/>
          </a:p>
        </p:txBody>
      </p:sp>
      <p:cxnSp>
        <p:nvCxnSpPr>
          <p:cNvPr id="98" name="Google Shape;98;p29"/>
          <p:cNvCxnSpPr/>
          <p:nvPr/>
        </p:nvCxnSpPr>
        <p:spPr>
          <a:xfrm>
            <a:off x="4462650" y="343950"/>
            <a:ext cx="0" cy="4429200"/>
          </a:xfrm>
          <a:prstGeom prst="straightConnector1">
            <a:avLst/>
          </a:prstGeom>
          <a:noFill/>
          <a:ln cap="flat" cmpd="sng" w="9525">
            <a:solidFill>
              <a:srgbClr val="ADB8C2"/>
            </a:solidFill>
            <a:prstDash val="solid"/>
            <a:round/>
            <a:headEnd len="med" w="med" type="none"/>
            <a:tailEnd len="med" w="med" type="none"/>
          </a:ln>
        </p:spPr>
      </p:cxnSp>
      <p:sp>
        <p:nvSpPr>
          <p:cNvPr id="99" name="Google Shape;99;p29"/>
          <p:cNvSpPr txBox="1"/>
          <p:nvPr>
            <p:ph idx="1" type="subTitle"/>
          </p:nvPr>
        </p:nvSpPr>
        <p:spPr>
          <a:xfrm>
            <a:off x="346425" y="4150050"/>
            <a:ext cx="3620700" cy="2886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lt1"/>
              </a:buClr>
              <a:buSzPts val="1800"/>
              <a:buFont typeface="Lato"/>
              <a:buNone/>
              <a:defRPr sz="1800">
                <a:solidFill>
                  <a:schemeClr val="lt1"/>
                </a:solidFill>
                <a:latin typeface="Lato"/>
                <a:ea typeface="Lato"/>
                <a:cs typeface="Lato"/>
                <a:sym typeface="Lato"/>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2">
  <p:cSld name="Título y objetos_1_1_1">
    <p:bg>
      <p:bgPr>
        <a:solidFill>
          <a:schemeClr val="lt2"/>
        </a:solidFill>
      </p:bgPr>
    </p:bg>
    <p:spTree>
      <p:nvGrpSpPr>
        <p:cNvPr id="100" name="Shape 100"/>
        <p:cNvGrpSpPr/>
        <p:nvPr/>
      </p:nvGrpSpPr>
      <p:grpSpPr>
        <a:xfrm>
          <a:off x="0" y="0"/>
          <a:ext cx="0" cy="0"/>
          <a:chOff x="0" y="0"/>
          <a:chExt cx="0" cy="0"/>
        </a:xfrm>
      </p:grpSpPr>
      <p:pic>
        <p:nvPicPr>
          <p:cNvPr id="101" name="Google Shape;101;p30"/>
          <p:cNvPicPr preferRelativeResize="0"/>
          <p:nvPr/>
        </p:nvPicPr>
        <p:blipFill>
          <a:blip r:embed="rId2">
            <a:alphaModFix/>
          </a:blip>
          <a:stretch>
            <a:fillRect/>
          </a:stretch>
        </p:blipFill>
        <p:spPr>
          <a:xfrm>
            <a:off x="344874" y="344882"/>
            <a:ext cx="722575" cy="217681"/>
          </a:xfrm>
          <a:prstGeom prst="rect">
            <a:avLst/>
          </a:prstGeom>
          <a:noFill/>
          <a:ln>
            <a:noFill/>
          </a:ln>
        </p:spPr>
      </p:pic>
      <p:sp>
        <p:nvSpPr>
          <p:cNvPr id="102" name="Google Shape;102;p30"/>
          <p:cNvSpPr txBox="1"/>
          <p:nvPr>
            <p:ph type="title"/>
          </p:nvPr>
        </p:nvSpPr>
        <p:spPr>
          <a:xfrm>
            <a:off x="334525" y="2488200"/>
            <a:ext cx="7159200" cy="979800"/>
          </a:xfrm>
          <a:prstGeom prst="rect">
            <a:avLst/>
          </a:prstGeom>
          <a:noFill/>
          <a:ln>
            <a:noFill/>
          </a:ln>
        </p:spPr>
        <p:txBody>
          <a:bodyPr anchorCtr="0" anchor="t" bIns="0" lIns="0" spcFirstLastPara="1" rIns="0" wrap="square" tIns="0">
            <a:noAutofit/>
          </a:bodyPr>
          <a:lstStyle>
            <a:lvl1pPr lvl="0">
              <a:lnSpc>
                <a:spcPct val="90000"/>
              </a:lnSpc>
              <a:spcBef>
                <a:spcPts val="0"/>
              </a:spcBef>
              <a:spcAft>
                <a:spcPts val="0"/>
              </a:spcAft>
              <a:buClr>
                <a:schemeClr val="dk1"/>
              </a:buClr>
              <a:buSzPts val="7200"/>
              <a:buFont typeface="Source Serif 4"/>
              <a:buNone/>
              <a:defRPr b="1" sz="7200">
                <a:solidFill>
                  <a:schemeClr val="dk1"/>
                </a:solidFill>
                <a:latin typeface="Source Serif 4"/>
                <a:ea typeface="Source Serif 4"/>
                <a:cs typeface="Source Serif 4"/>
                <a:sym typeface="Source Serif 4"/>
              </a:defRPr>
            </a:lvl1pPr>
            <a:lvl2pPr lvl="1">
              <a:lnSpc>
                <a:spcPct val="90000"/>
              </a:lnSpc>
              <a:spcBef>
                <a:spcPts val="0"/>
              </a:spcBef>
              <a:spcAft>
                <a:spcPts val="0"/>
              </a:spcAft>
              <a:buClr>
                <a:schemeClr val="dk1"/>
              </a:buClr>
              <a:buSzPts val="7200"/>
              <a:buFont typeface="Source Serif 4 Black"/>
              <a:buNone/>
              <a:defRPr sz="7200">
                <a:solidFill>
                  <a:schemeClr val="dk1"/>
                </a:solidFill>
                <a:latin typeface="Source Serif 4 Black"/>
                <a:ea typeface="Source Serif 4 Black"/>
                <a:cs typeface="Source Serif 4 Black"/>
                <a:sym typeface="Source Serif 4 Black"/>
              </a:defRPr>
            </a:lvl2pPr>
            <a:lvl3pPr lvl="2">
              <a:lnSpc>
                <a:spcPct val="90000"/>
              </a:lnSpc>
              <a:spcBef>
                <a:spcPts val="0"/>
              </a:spcBef>
              <a:spcAft>
                <a:spcPts val="0"/>
              </a:spcAft>
              <a:buClr>
                <a:schemeClr val="dk1"/>
              </a:buClr>
              <a:buSzPts val="7200"/>
              <a:buFont typeface="Source Serif 4 Black"/>
              <a:buNone/>
              <a:defRPr sz="7200">
                <a:solidFill>
                  <a:schemeClr val="dk1"/>
                </a:solidFill>
                <a:latin typeface="Source Serif 4 Black"/>
                <a:ea typeface="Source Serif 4 Black"/>
                <a:cs typeface="Source Serif 4 Black"/>
                <a:sym typeface="Source Serif 4 Black"/>
              </a:defRPr>
            </a:lvl3pPr>
            <a:lvl4pPr lvl="3">
              <a:lnSpc>
                <a:spcPct val="90000"/>
              </a:lnSpc>
              <a:spcBef>
                <a:spcPts val="0"/>
              </a:spcBef>
              <a:spcAft>
                <a:spcPts val="0"/>
              </a:spcAft>
              <a:buClr>
                <a:schemeClr val="dk1"/>
              </a:buClr>
              <a:buSzPts val="7200"/>
              <a:buFont typeface="Source Serif 4 Black"/>
              <a:buNone/>
              <a:defRPr sz="7200">
                <a:solidFill>
                  <a:schemeClr val="dk1"/>
                </a:solidFill>
                <a:latin typeface="Source Serif 4 Black"/>
                <a:ea typeface="Source Serif 4 Black"/>
                <a:cs typeface="Source Serif 4 Black"/>
                <a:sym typeface="Source Serif 4 Black"/>
              </a:defRPr>
            </a:lvl4pPr>
            <a:lvl5pPr lvl="4">
              <a:lnSpc>
                <a:spcPct val="90000"/>
              </a:lnSpc>
              <a:spcBef>
                <a:spcPts val="0"/>
              </a:spcBef>
              <a:spcAft>
                <a:spcPts val="0"/>
              </a:spcAft>
              <a:buClr>
                <a:schemeClr val="dk1"/>
              </a:buClr>
              <a:buSzPts val="7200"/>
              <a:buFont typeface="Source Serif 4 Black"/>
              <a:buNone/>
              <a:defRPr sz="7200">
                <a:solidFill>
                  <a:schemeClr val="dk1"/>
                </a:solidFill>
                <a:latin typeface="Source Serif 4 Black"/>
                <a:ea typeface="Source Serif 4 Black"/>
                <a:cs typeface="Source Serif 4 Black"/>
                <a:sym typeface="Source Serif 4 Black"/>
              </a:defRPr>
            </a:lvl5pPr>
            <a:lvl6pPr lvl="5">
              <a:lnSpc>
                <a:spcPct val="90000"/>
              </a:lnSpc>
              <a:spcBef>
                <a:spcPts val="0"/>
              </a:spcBef>
              <a:spcAft>
                <a:spcPts val="0"/>
              </a:spcAft>
              <a:buClr>
                <a:schemeClr val="dk1"/>
              </a:buClr>
              <a:buSzPts val="7200"/>
              <a:buFont typeface="Source Serif 4 Black"/>
              <a:buNone/>
              <a:defRPr sz="7200">
                <a:solidFill>
                  <a:schemeClr val="dk1"/>
                </a:solidFill>
                <a:latin typeface="Source Serif 4 Black"/>
                <a:ea typeface="Source Serif 4 Black"/>
                <a:cs typeface="Source Serif 4 Black"/>
                <a:sym typeface="Source Serif 4 Black"/>
              </a:defRPr>
            </a:lvl6pPr>
            <a:lvl7pPr lvl="6">
              <a:lnSpc>
                <a:spcPct val="90000"/>
              </a:lnSpc>
              <a:spcBef>
                <a:spcPts val="0"/>
              </a:spcBef>
              <a:spcAft>
                <a:spcPts val="0"/>
              </a:spcAft>
              <a:buClr>
                <a:schemeClr val="dk1"/>
              </a:buClr>
              <a:buSzPts val="7200"/>
              <a:buFont typeface="Source Serif 4 Black"/>
              <a:buNone/>
              <a:defRPr sz="7200">
                <a:solidFill>
                  <a:schemeClr val="dk1"/>
                </a:solidFill>
                <a:latin typeface="Source Serif 4 Black"/>
                <a:ea typeface="Source Serif 4 Black"/>
                <a:cs typeface="Source Serif 4 Black"/>
                <a:sym typeface="Source Serif 4 Black"/>
              </a:defRPr>
            </a:lvl7pPr>
            <a:lvl8pPr lvl="7">
              <a:lnSpc>
                <a:spcPct val="90000"/>
              </a:lnSpc>
              <a:spcBef>
                <a:spcPts val="0"/>
              </a:spcBef>
              <a:spcAft>
                <a:spcPts val="0"/>
              </a:spcAft>
              <a:buClr>
                <a:schemeClr val="dk1"/>
              </a:buClr>
              <a:buSzPts val="7200"/>
              <a:buFont typeface="Source Serif 4 Black"/>
              <a:buNone/>
              <a:defRPr sz="7200">
                <a:solidFill>
                  <a:schemeClr val="dk1"/>
                </a:solidFill>
                <a:latin typeface="Source Serif 4 Black"/>
                <a:ea typeface="Source Serif 4 Black"/>
                <a:cs typeface="Source Serif 4 Black"/>
                <a:sym typeface="Source Serif 4 Black"/>
              </a:defRPr>
            </a:lvl8pPr>
            <a:lvl9pPr lvl="8">
              <a:lnSpc>
                <a:spcPct val="90000"/>
              </a:lnSpc>
              <a:spcBef>
                <a:spcPts val="0"/>
              </a:spcBef>
              <a:spcAft>
                <a:spcPts val="0"/>
              </a:spcAft>
              <a:buClr>
                <a:schemeClr val="dk1"/>
              </a:buClr>
              <a:buSzPts val="7200"/>
              <a:buFont typeface="Source Serif 4 Black"/>
              <a:buNone/>
              <a:defRPr sz="7200">
                <a:solidFill>
                  <a:schemeClr val="dk1"/>
                </a:solidFill>
                <a:latin typeface="Source Serif 4 Black"/>
                <a:ea typeface="Source Serif 4 Black"/>
                <a:cs typeface="Source Serif 4 Black"/>
                <a:sym typeface="Source Serif 4 Black"/>
              </a:defRPr>
            </a:lvl9pPr>
          </a:lstStyle>
          <a:p/>
        </p:txBody>
      </p:sp>
      <p:sp>
        <p:nvSpPr>
          <p:cNvPr id="103" name="Google Shape;103;p30"/>
          <p:cNvSpPr txBox="1"/>
          <p:nvPr>
            <p:ph idx="1" type="subTitle"/>
          </p:nvPr>
        </p:nvSpPr>
        <p:spPr>
          <a:xfrm>
            <a:off x="332678" y="2217775"/>
            <a:ext cx="4854300" cy="2964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dk1"/>
              </a:buClr>
              <a:buSzPts val="1400"/>
              <a:buFont typeface="Lato"/>
              <a:buNone/>
              <a:defRPr>
                <a:solidFill>
                  <a:schemeClr val="dk1"/>
                </a:solidFill>
                <a:latin typeface="Lato"/>
                <a:ea typeface="Lato"/>
                <a:cs typeface="Lato"/>
                <a:sym typeface="Lato"/>
              </a:defRPr>
            </a:lvl1pPr>
            <a:lvl2pPr lvl="1">
              <a:spcBef>
                <a:spcPts val="0"/>
              </a:spcBef>
              <a:spcAft>
                <a:spcPts val="0"/>
              </a:spcAft>
              <a:buClr>
                <a:schemeClr val="dk1"/>
              </a:buClr>
              <a:buSzPts val="1400"/>
              <a:buFont typeface="Lato"/>
              <a:buNone/>
              <a:defRPr>
                <a:solidFill>
                  <a:schemeClr val="dk1"/>
                </a:solidFill>
                <a:latin typeface="Lato"/>
                <a:ea typeface="Lato"/>
                <a:cs typeface="Lato"/>
                <a:sym typeface="Lato"/>
              </a:defRPr>
            </a:lvl2pPr>
            <a:lvl3pPr lvl="2">
              <a:spcBef>
                <a:spcPts val="0"/>
              </a:spcBef>
              <a:spcAft>
                <a:spcPts val="0"/>
              </a:spcAft>
              <a:buClr>
                <a:schemeClr val="dk1"/>
              </a:buClr>
              <a:buSzPts val="1400"/>
              <a:buFont typeface="Lato"/>
              <a:buNone/>
              <a:defRPr>
                <a:solidFill>
                  <a:schemeClr val="dk1"/>
                </a:solidFill>
                <a:latin typeface="Lato"/>
                <a:ea typeface="Lato"/>
                <a:cs typeface="Lato"/>
                <a:sym typeface="Lato"/>
              </a:defRPr>
            </a:lvl3pPr>
            <a:lvl4pPr lvl="3">
              <a:spcBef>
                <a:spcPts val="0"/>
              </a:spcBef>
              <a:spcAft>
                <a:spcPts val="0"/>
              </a:spcAft>
              <a:buClr>
                <a:schemeClr val="dk1"/>
              </a:buClr>
              <a:buSzPts val="1400"/>
              <a:buFont typeface="Lato"/>
              <a:buNone/>
              <a:defRPr>
                <a:solidFill>
                  <a:schemeClr val="dk1"/>
                </a:solidFill>
                <a:latin typeface="Lato"/>
                <a:ea typeface="Lato"/>
                <a:cs typeface="Lato"/>
                <a:sym typeface="Lato"/>
              </a:defRPr>
            </a:lvl4pPr>
            <a:lvl5pPr lvl="4">
              <a:spcBef>
                <a:spcPts val="0"/>
              </a:spcBef>
              <a:spcAft>
                <a:spcPts val="0"/>
              </a:spcAft>
              <a:buClr>
                <a:schemeClr val="dk1"/>
              </a:buClr>
              <a:buSzPts val="1400"/>
              <a:buFont typeface="Lato"/>
              <a:buNone/>
              <a:defRPr>
                <a:solidFill>
                  <a:schemeClr val="dk1"/>
                </a:solidFill>
                <a:latin typeface="Lato"/>
                <a:ea typeface="Lato"/>
                <a:cs typeface="Lato"/>
                <a:sym typeface="Lato"/>
              </a:defRPr>
            </a:lvl5pPr>
            <a:lvl6pPr lvl="5">
              <a:spcBef>
                <a:spcPts val="0"/>
              </a:spcBef>
              <a:spcAft>
                <a:spcPts val="0"/>
              </a:spcAft>
              <a:buClr>
                <a:schemeClr val="dk1"/>
              </a:buClr>
              <a:buSzPts val="1400"/>
              <a:buFont typeface="Lato"/>
              <a:buNone/>
              <a:defRPr>
                <a:solidFill>
                  <a:schemeClr val="dk1"/>
                </a:solidFill>
                <a:latin typeface="Lato"/>
                <a:ea typeface="Lato"/>
                <a:cs typeface="Lato"/>
                <a:sym typeface="Lato"/>
              </a:defRPr>
            </a:lvl6pPr>
            <a:lvl7pPr lvl="6">
              <a:spcBef>
                <a:spcPts val="0"/>
              </a:spcBef>
              <a:spcAft>
                <a:spcPts val="0"/>
              </a:spcAft>
              <a:buClr>
                <a:schemeClr val="dk1"/>
              </a:buClr>
              <a:buSzPts val="1400"/>
              <a:buFont typeface="Lato"/>
              <a:buNone/>
              <a:defRPr>
                <a:solidFill>
                  <a:schemeClr val="dk1"/>
                </a:solidFill>
                <a:latin typeface="Lato"/>
                <a:ea typeface="Lato"/>
                <a:cs typeface="Lato"/>
                <a:sym typeface="Lato"/>
              </a:defRPr>
            </a:lvl7pPr>
            <a:lvl8pPr lvl="7">
              <a:spcBef>
                <a:spcPts val="0"/>
              </a:spcBef>
              <a:spcAft>
                <a:spcPts val="0"/>
              </a:spcAft>
              <a:buClr>
                <a:schemeClr val="dk1"/>
              </a:buClr>
              <a:buSzPts val="1400"/>
              <a:buFont typeface="Lato"/>
              <a:buNone/>
              <a:defRPr>
                <a:solidFill>
                  <a:schemeClr val="dk1"/>
                </a:solidFill>
                <a:latin typeface="Lato"/>
                <a:ea typeface="Lato"/>
                <a:cs typeface="Lato"/>
                <a:sym typeface="Lato"/>
              </a:defRPr>
            </a:lvl8pPr>
            <a:lvl9pPr lvl="8">
              <a:spcBef>
                <a:spcPts val="0"/>
              </a:spcBef>
              <a:spcAft>
                <a:spcPts val="0"/>
              </a:spcAft>
              <a:buClr>
                <a:schemeClr val="dk1"/>
              </a:buClr>
              <a:buSzPts val="1400"/>
              <a:buFont typeface="Lato"/>
              <a:buNone/>
              <a:defRPr>
                <a:solidFill>
                  <a:schemeClr val="dk1"/>
                </a:solidFill>
                <a:latin typeface="Lato"/>
                <a:ea typeface="Lato"/>
                <a:cs typeface="Lato"/>
                <a:sym typeface="Lato"/>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illa">
  <p:cSld name="1_Diapositiva de título">
    <p:bg>
      <p:bgPr>
        <a:solidFill>
          <a:schemeClr val="accent1"/>
        </a:solidFill>
      </p:bgPr>
    </p:bg>
    <p:spTree>
      <p:nvGrpSpPr>
        <p:cNvPr id="104" name="Shape 104"/>
        <p:cNvGrpSpPr/>
        <p:nvPr/>
      </p:nvGrpSpPr>
      <p:grpSpPr>
        <a:xfrm>
          <a:off x="0" y="0"/>
          <a:ext cx="0" cy="0"/>
          <a:chOff x="0" y="0"/>
          <a:chExt cx="0" cy="0"/>
        </a:xfrm>
      </p:grpSpPr>
      <p:sp>
        <p:nvSpPr>
          <p:cNvPr id="105" name="Google Shape;105;p31"/>
          <p:cNvSpPr txBox="1"/>
          <p:nvPr>
            <p:ph type="title"/>
          </p:nvPr>
        </p:nvSpPr>
        <p:spPr>
          <a:xfrm>
            <a:off x="325396" y="3601150"/>
            <a:ext cx="7977000" cy="1318500"/>
          </a:xfrm>
          <a:prstGeom prst="rect">
            <a:avLst/>
          </a:prstGeom>
          <a:noFill/>
          <a:ln>
            <a:noFill/>
          </a:ln>
        </p:spPr>
        <p:txBody>
          <a:bodyPr anchorCtr="0" anchor="b" bIns="0" lIns="0" spcFirstLastPara="1" rIns="0" wrap="square" tIns="0">
            <a:noAutofit/>
          </a:bodyPr>
          <a:lstStyle>
            <a:lvl1pPr indent="-317500" lvl="0" marL="0" marR="0">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1pPr>
            <a:lvl2pPr lvl="1">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2pPr>
            <a:lvl3pPr lvl="2">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3pPr>
            <a:lvl4pPr lvl="3">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4pPr>
            <a:lvl5pPr lvl="4">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5pPr>
            <a:lvl6pPr lvl="5">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6pPr>
            <a:lvl7pPr lvl="6">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7pPr>
            <a:lvl8pPr lvl="7">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8pPr>
            <a:lvl9pPr lvl="8">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9pPr>
          </a:lstStyle>
          <a:p/>
        </p:txBody>
      </p:sp>
      <p:pic>
        <p:nvPicPr>
          <p:cNvPr id="106" name="Google Shape;106;p31"/>
          <p:cNvPicPr preferRelativeResize="0"/>
          <p:nvPr/>
        </p:nvPicPr>
        <p:blipFill>
          <a:blip r:embed="rId2">
            <a:alphaModFix/>
          </a:blip>
          <a:stretch>
            <a:fillRect/>
          </a:stretch>
        </p:blipFill>
        <p:spPr>
          <a:xfrm>
            <a:off x="8363826" y="344875"/>
            <a:ext cx="445548" cy="134225"/>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illa con bordes redondeados">
  <p:cSld name="1_Diapositiva de título_1">
    <p:bg>
      <p:bgPr>
        <a:solidFill>
          <a:schemeClr val="lt2"/>
        </a:solidFill>
      </p:bgPr>
    </p:bg>
    <p:spTree>
      <p:nvGrpSpPr>
        <p:cNvPr id="107" name="Shape 107"/>
        <p:cNvGrpSpPr/>
        <p:nvPr/>
      </p:nvGrpSpPr>
      <p:grpSpPr>
        <a:xfrm>
          <a:off x="0" y="0"/>
          <a:ext cx="0" cy="0"/>
          <a:chOff x="0" y="0"/>
          <a:chExt cx="0" cy="0"/>
        </a:xfrm>
      </p:grpSpPr>
      <p:sp>
        <p:nvSpPr>
          <p:cNvPr id="108" name="Google Shape;108;p32"/>
          <p:cNvSpPr/>
          <p:nvPr/>
        </p:nvSpPr>
        <p:spPr>
          <a:xfrm>
            <a:off x="111600" y="116708"/>
            <a:ext cx="8920800" cy="4910100"/>
          </a:xfrm>
          <a:prstGeom prst="roundRect">
            <a:avLst>
              <a:gd fmla="val 473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9" name="Google Shape;109;p32"/>
          <p:cNvPicPr preferRelativeResize="0"/>
          <p:nvPr/>
        </p:nvPicPr>
        <p:blipFill>
          <a:blip r:embed="rId2">
            <a:alphaModFix/>
          </a:blip>
          <a:stretch>
            <a:fillRect/>
          </a:stretch>
        </p:blipFill>
        <p:spPr>
          <a:xfrm>
            <a:off x="8363826" y="344875"/>
            <a:ext cx="445548" cy="134225"/>
          </a:xfrm>
          <a:prstGeom prst="rect">
            <a:avLst/>
          </a:prstGeom>
          <a:noFill/>
          <a:ln>
            <a:noFill/>
          </a:ln>
        </p:spPr>
      </p:pic>
      <p:sp>
        <p:nvSpPr>
          <p:cNvPr id="110" name="Google Shape;110;p32"/>
          <p:cNvSpPr txBox="1"/>
          <p:nvPr>
            <p:ph type="title"/>
          </p:nvPr>
        </p:nvSpPr>
        <p:spPr>
          <a:xfrm>
            <a:off x="322210" y="3586800"/>
            <a:ext cx="8512500" cy="1339500"/>
          </a:xfrm>
          <a:prstGeom prst="rect">
            <a:avLst/>
          </a:prstGeom>
          <a:noFill/>
          <a:ln>
            <a:noFill/>
          </a:ln>
        </p:spPr>
        <p:txBody>
          <a:bodyPr anchorCtr="0" anchor="b" bIns="0" lIns="0" spcFirstLastPara="1" rIns="0" wrap="square" tIns="0">
            <a:noAutofit/>
          </a:bodyPr>
          <a:lstStyle>
            <a:lvl1pPr indent="-317500" lvl="0" marL="0" marR="0">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1pPr>
            <a:lvl2pPr lvl="1">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2pPr>
            <a:lvl3pPr lvl="2">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3pPr>
            <a:lvl4pPr lvl="3">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4pPr>
            <a:lvl5pPr lvl="4">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5pPr>
            <a:lvl6pPr lvl="5">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6pPr>
            <a:lvl7pPr lvl="6">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7pPr>
            <a:lvl8pPr lvl="7">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8pPr>
            <a:lvl9pPr lvl="8">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illa con imagen">
  <p:cSld name="1_Diapositiva de título_1_1">
    <p:bg>
      <p:bgPr>
        <a:solidFill>
          <a:schemeClr val="accent1"/>
        </a:solidFill>
      </p:bgPr>
    </p:bg>
    <p:spTree>
      <p:nvGrpSpPr>
        <p:cNvPr id="111" name="Shape 111"/>
        <p:cNvGrpSpPr/>
        <p:nvPr/>
      </p:nvGrpSpPr>
      <p:grpSpPr>
        <a:xfrm>
          <a:off x="0" y="0"/>
          <a:ext cx="0" cy="0"/>
          <a:chOff x="0" y="0"/>
          <a:chExt cx="0" cy="0"/>
        </a:xfrm>
      </p:grpSpPr>
      <p:sp>
        <p:nvSpPr>
          <p:cNvPr id="112" name="Google Shape;112;p33"/>
          <p:cNvSpPr/>
          <p:nvPr>
            <p:ph idx="2" type="pic"/>
          </p:nvPr>
        </p:nvSpPr>
        <p:spPr>
          <a:xfrm>
            <a:off x="5416150" y="894650"/>
            <a:ext cx="3393300" cy="3110700"/>
          </a:xfrm>
          <a:prstGeom prst="roundRect">
            <a:avLst>
              <a:gd fmla="val 5565" name="adj"/>
            </a:avLst>
          </a:prstGeom>
          <a:noFill/>
          <a:ln>
            <a:noFill/>
          </a:ln>
        </p:spPr>
      </p:sp>
      <p:sp>
        <p:nvSpPr>
          <p:cNvPr id="113" name="Google Shape;113;p33"/>
          <p:cNvSpPr txBox="1"/>
          <p:nvPr>
            <p:ph type="title"/>
          </p:nvPr>
        </p:nvSpPr>
        <p:spPr>
          <a:xfrm>
            <a:off x="324000" y="1158827"/>
            <a:ext cx="4065000" cy="627000"/>
          </a:xfrm>
          <a:prstGeom prst="rect">
            <a:avLst/>
          </a:prstGeom>
          <a:noFill/>
          <a:ln>
            <a:noFill/>
          </a:ln>
        </p:spPr>
        <p:txBody>
          <a:bodyPr anchorCtr="0" anchor="t" bIns="0" lIns="0" spcFirstLastPara="1" rIns="0" wrap="square" tIns="0">
            <a:noAutofit/>
          </a:bodyPr>
          <a:lstStyle>
            <a:lvl1pPr indent="-317500" lvl="0" marL="0" marR="0">
              <a:lnSpc>
                <a:spcPct val="85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1pPr>
            <a:lvl2pPr lvl="1">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2pPr>
            <a:lvl3pPr lvl="2">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3pPr>
            <a:lvl4pPr lvl="3">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4pPr>
            <a:lvl5pPr lvl="4">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5pPr>
            <a:lvl6pPr lvl="5">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6pPr>
            <a:lvl7pPr lvl="6">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7pPr>
            <a:lvl8pPr lvl="7">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8pPr>
            <a:lvl9pPr lvl="8">
              <a:lnSpc>
                <a:spcPct val="100000"/>
              </a:lnSpc>
              <a:spcBef>
                <a:spcPts val="0"/>
              </a:spcBef>
              <a:spcAft>
                <a:spcPts val="0"/>
              </a:spcAft>
              <a:buClr>
                <a:schemeClr val="dk1"/>
              </a:buClr>
              <a:buSzPts val="5000"/>
              <a:buFont typeface="Source Serif 4"/>
              <a:buNone/>
              <a:defRPr b="1" sz="5000">
                <a:solidFill>
                  <a:schemeClr val="dk1"/>
                </a:solidFill>
                <a:latin typeface="Source Serif 4"/>
                <a:ea typeface="Source Serif 4"/>
                <a:cs typeface="Source Serif 4"/>
                <a:sym typeface="Source Serif 4"/>
              </a:defRPr>
            </a:lvl9pPr>
          </a:lstStyle>
          <a:p/>
        </p:txBody>
      </p:sp>
      <p:sp>
        <p:nvSpPr>
          <p:cNvPr id="114" name="Google Shape;114;p33"/>
          <p:cNvSpPr txBox="1"/>
          <p:nvPr>
            <p:ph idx="1" type="subTitle"/>
          </p:nvPr>
        </p:nvSpPr>
        <p:spPr>
          <a:xfrm>
            <a:off x="324000" y="3418403"/>
            <a:ext cx="4102200" cy="2277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1800"/>
              <a:buFont typeface="Lato"/>
              <a:buNone/>
              <a:defRPr b="1" sz="1800">
                <a:solidFill>
                  <a:schemeClr val="dk1"/>
                </a:solidFill>
                <a:latin typeface="Lato"/>
                <a:ea typeface="Lato"/>
                <a:cs typeface="Lato"/>
                <a:sym typeface="Lato"/>
              </a:defRPr>
            </a:lvl1pPr>
            <a:lvl2pPr lvl="1">
              <a:spcBef>
                <a:spcPts val="0"/>
              </a:spcBef>
              <a:spcAft>
                <a:spcPts val="0"/>
              </a:spcAft>
              <a:buClr>
                <a:schemeClr val="dk1"/>
              </a:buClr>
              <a:buSzPts val="1800"/>
              <a:buNone/>
              <a:defRPr b="1" sz="1800">
                <a:solidFill>
                  <a:schemeClr val="dk1"/>
                </a:solidFill>
              </a:defRPr>
            </a:lvl2pPr>
            <a:lvl3pPr lvl="2">
              <a:spcBef>
                <a:spcPts val="0"/>
              </a:spcBef>
              <a:spcAft>
                <a:spcPts val="0"/>
              </a:spcAft>
              <a:buClr>
                <a:schemeClr val="dk1"/>
              </a:buClr>
              <a:buSzPts val="1800"/>
              <a:buNone/>
              <a:defRPr b="1" sz="1800">
                <a:solidFill>
                  <a:schemeClr val="dk1"/>
                </a:solidFill>
              </a:defRPr>
            </a:lvl3pPr>
            <a:lvl4pPr lvl="3">
              <a:spcBef>
                <a:spcPts val="0"/>
              </a:spcBef>
              <a:spcAft>
                <a:spcPts val="0"/>
              </a:spcAft>
              <a:buClr>
                <a:schemeClr val="dk1"/>
              </a:buClr>
              <a:buSzPts val="1800"/>
              <a:buNone/>
              <a:defRPr b="1" sz="1800">
                <a:solidFill>
                  <a:schemeClr val="dk1"/>
                </a:solidFill>
              </a:defRPr>
            </a:lvl4pPr>
            <a:lvl5pPr lvl="4">
              <a:spcBef>
                <a:spcPts val="0"/>
              </a:spcBef>
              <a:spcAft>
                <a:spcPts val="0"/>
              </a:spcAft>
              <a:buClr>
                <a:schemeClr val="dk1"/>
              </a:buClr>
              <a:buSzPts val="1800"/>
              <a:buNone/>
              <a:defRPr b="1" sz="1800">
                <a:solidFill>
                  <a:schemeClr val="dk1"/>
                </a:solidFill>
              </a:defRPr>
            </a:lvl5pPr>
            <a:lvl6pPr lvl="5">
              <a:spcBef>
                <a:spcPts val="0"/>
              </a:spcBef>
              <a:spcAft>
                <a:spcPts val="0"/>
              </a:spcAft>
              <a:buClr>
                <a:schemeClr val="dk1"/>
              </a:buClr>
              <a:buSzPts val="1800"/>
              <a:buNone/>
              <a:defRPr b="1" sz="1800">
                <a:solidFill>
                  <a:schemeClr val="dk1"/>
                </a:solidFill>
              </a:defRPr>
            </a:lvl6pPr>
            <a:lvl7pPr lvl="6">
              <a:spcBef>
                <a:spcPts val="0"/>
              </a:spcBef>
              <a:spcAft>
                <a:spcPts val="0"/>
              </a:spcAft>
              <a:buClr>
                <a:schemeClr val="dk1"/>
              </a:buClr>
              <a:buSzPts val="1800"/>
              <a:buNone/>
              <a:defRPr b="1" sz="1800">
                <a:solidFill>
                  <a:schemeClr val="dk1"/>
                </a:solidFill>
              </a:defRPr>
            </a:lvl7pPr>
            <a:lvl8pPr lvl="7">
              <a:spcBef>
                <a:spcPts val="0"/>
              </a:spcBef>
              <a:spcAft>
                <a:spcPts val="0"/>
              </a:spcAft>
              <a:buClr>
                <a:schemeClr val="dk1"/>
              </a:buClr>
              <a:buSzPts val="1800"/>
              <a:buNone/>
              <a:defRPr b="1" sz="1800">
                <a:solidFill>
                  <a:schemeClr val="dk1"/>
                </a:solidFill>
              </a:defRPr>
            </a:lvl8pPr>
            <a:lvl9pPr lvl="8">
              <a:spcBef>
                <a:spcPts val="0"/>
              </a:spcBef>
              <a:spcAft>
                <a:spcPts val="0"/>
              </a:spcAft>
              <a:buClr>
                <a:schemeClr val="dk1"/>
              </a:buClr>
              <a:buSzPts val="1800"/>
              <a:buNone/>
              <a:defRPr b="1" sz="1800">
                <a:solidFill>
                  <a:schemeClr val="dk1"/>
                </a:solidFill>
              </a:defRPr>
            </a:lvl9pPr>
          </a:lstStyle>
          <a:p/>
        </p:txBody>
      </p:sp>
      <p:cxnSp>
        <p:nvCxnSpPr>
          <p:cNvPr id="115" name="Google Shape;115;p33"/>
          <p:cNvCxnSpPr/>
          <p:nvPr/>
        </p:nvCxnSpPr>
        <p:spPr>
          <a:xfrm>
            <a:off x="4903450" y="884250"/>
            <a:ext cx="0" cy="3158700"/>
          </a:xfrm>
          <a:prstGeom prst="straightConnector1">
            <a:avLst/>
          </a:prstGeom>
          <a:noFill/>
          <a:ln cap="flat" cmpd="sng" w="9525">
            <a:solidFill>
              <a:schemeClr val="dk1"/>
            </a:solidFill>
            <a:prstDash val="solid"/>
            <a:round/>
            <a:headEnd len="med" w="med" type="none"/>
            <a:tailEnd len="med" w="med" type="none"/>
          </a:ln>
        </p:spPr>
      </p:cxnSp>
      <p:pic>
        <p:nvPicPr>
          <p:cNvPr id="116" name="Google Shape;116;p33"/>
          <p:cNvPicPr preferRelativeResize="0"/>
          <p:nvPr/>
        </p:nvPicPr>
        <p:blipFill>
          <a:blip r:embed="rId2">
            <a:alphaModFix/>
          </a:blip>
          <a:stretch>
            <a:fillRect/>
          </a:stretch>
        </p:blipFill>
        <p:spPr>
          <a:xfrm>
            <a:off x="344874" y="344882"/>
            <a:ext cx="722575" cy="217681"/>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erre">
  <p:cSld name="CUSTOM">
    <p:bg>
      <p:bgPr>
        <a:solidFill>
          <a:schemeClr val="dk1"/>
        </a:solidFill>
      </p:bgPr>
    </p:bg>
    <p:spTree>
      <p:nvGrpSpPr>
        <p:cNvPr id="117" name="Shape 117"/>
        <p:cNvGrpSpPr/>
        <p:nvPr/>
      </p:nvGrpSpPr>
      <p:grpSpPr>
        <a:xfrm>
          <a:off x="0" y="0"/>
          <a:ext cx="0" cy="0"/>
          <a:chOff x="0" y="0"/>
          <a:chExt cx="0" cy="0"/>
        </a:xfrm>
      </p:grpSpPr>
      <p:sp>
        <p:nvSpPr>
          <p:cNvPr id="118" name="Google Shape;118;p34"/>
          <p:cNvSpPr txBox="1"/>
          <p:nvPr>
            <p:ph type="title"/>
          </p:nvPr>
        </p:nvSpPr>
        <p:spPr>
          <a:xfrm>
            <a:off x="2247300" y="2317200"/>
            <a:ext cx="4649400" cy="509100"/>
          </a:xfrm>
          <a:prstGeom prst="rect">
            <a:avLst/>
          </a:prstGeom>
          <a:noFill/>
          <a:ln>
            <a:noFill/>
          </a:ln>
        </p:spPr>
        <p:txBody>
          <a:bodyPr anchorCtr="0" anchor="t" bIns="0" lIns="0" spcFirstLastPara="1" rIns="0" wrap="square" tIns="0">
            <a:noAutofit/>
          </a:bodyPr>
          <a:lstStyle>
            <a:lvl1pPr lvl="0" algn="ctr">
              <a:spcBef>
                <a:spcPts val="0"/>
              </a:spcBef>
              <a:spcAft>
                <a:spcPts val="0"/>
              </a:spcAft>
              <a:buClr>
                <a:schemeClr val="lt1"/>
              </a:buClr>
              <a:buSzPts val="3000"/>
              <a:buFont typeface="Source Serif 4"/>
              <a:buNone/>
              <a:defRPr b="1" sz="3000">
                <a:solidFill>
                  <a:schemeClr val="lt1"/>
                </a:solidFill>
                <a:latin typeface="Source Serif 4"/>
                <a:ea typeface="Source Serif 4"/>
                <a:cs typeface="Source Serif 4"/>
                <a:sym typeface="Source Serif 4"/>
              </a:defRPr>
            </a:lvl1pPr>
            <a:lvl2pPr lvl="1" algn="ctr">
              <a:spcBef>
                <a:spcPts val="0"/>
              </a:spcBef>
              <a:spcAft>
                <a:spcPts val="0"/>
              </a:spcAft>
              <a:buClr>
                <a:schemeClr val="lt1"/>
              </a:buClr>
              <a:buSzPts val="3000"/>
              <a:buFont typeface="Source Serif 4"/>
              <a:buNone/>
              <a:defRPr b="1" sz="3000">
                <a:solidFill>
                  <a:schemeClr val="lt1"/>
                </a:solidFill>
                <a:latin typeface="Source Serif 4"/>
                <a:ea typeface="Source Serif 4"/>
                <a:cs typeface="Source Serif 4"/>
                <a:sym typeface="Source Serif 4"/>
              </a:defRPr>
            </a:lvl2pPr>
            <a:lvl3pPr lvl="2" algn="ctr">
              <a:spcBef>
                <a:spcPts val="0"/>
              </a:spcBef>
              <a:spcAft>
                <a:spcPts val="0"/>
              </a:spcAft>
              <a:buClr>
                <a:schemeClr val="lt1"/>
              </a:buClr>
              <a:buSzPts val="3000"/>
              <a:buFont typeface="Source Serif 4"/>
              <a:buNone/>
              <a:defRPr b="1" sz="3000">
                <a:solidFill>
                  <a:schemeClr val="lt1"/>
                </a:solidFill>
                <a:latin typeface="Source Serif 4"/>
                <a:ea typeface="Source Serif 4"/>
                <a:cs typeface="Source Serif 4"/>
                <a:sym typeface="Source Serif 4"/>
              </a:defRPr>
            </a:lvl3pPr>
            <a:lvl4pPr lvl="3" algn="ctr">
              <a:spcBef>
                <a:spcPts val="0"/>
              </a:spcBef>
              <a:spcAft>
                <a:spcPts val="0"/>
              </a:spcAft>
              <a:buClr>
                <a:schemeClr val="lt1"/>
              </a:buClr>
              <a:buSzPts val="3000"/>
              <a:buFont typeface="Source Serif 4"/>
              <a:buNone/>
              <a:defRPr b="1" sz="3000">
                <a:solidFill>
                  <a:schemeClr val="lt1"/>
                </a:solidFill>
                <a:latin typeface="Source Serif 4"/>
                <a:ea typeface="Source Serif 4"/>
                <a:cs typeface="Source Serif 4"/>
                <a:sym typeface="Source Serif 4"/>
              </a:defRPr>
            </a:lvl4pPr>
            <a:lvl5pPr lvl="4" algn="ctr">
              <a:spcBef>
                <a:spcPts val="0"/>
              </a:spcBef>
              <a:spcAft>
                <a:spcPts val="0"/>
              </a:spcAft>
              <a:buClr>
                <a:schemeClr val="lt1"/>
              </a:buClr>
              <a:buSzPts val="3000"/>
              <a:buFont typeface="Source Serif 4"/>
              <a:buNone/>
              <a:defRPr b="1" sz="3000">
                <a:solidFill>
                  <a:schemeClr val="lt1"/>
                </a:solidFill>
                <a:latin typeface="Source Serif 4"/>
                <a:ea typeface="Source Serif 4"/>
                <a:cs typeface="Source Serif 4"/>
                <a:sym typeface="Source Serif 4"/>
              </a:defRPr>
            </a:lvl5pPr>
            <a:lvl6pPr lvl="5" algn="ctr">
              <a:spcBef>
                <a:spcPts val="0"/>
              </a:spcBef>
              <a:spcAft>
                <a:spcPts val="0"/>
              </a:spcAft>
              <a:buClr>
                <a:schemeClr val="lt1"/>
              </a:buClr>
              <a:buSzPts val="3000"/>
              <a:buFont typeface="Source Serif 4"/>
              <a:buNone/>
              <a:defRPr b="1" sz="3000">
                <a:solidFill>
                  <a:schemeClr val="lt1"/>
                </a:solidFill>
                <a:latin typeface="Source Serif 4"/>
                <a:ea typeface="Source Serif 4"/>
                <a:cs typeface="Source Serif 4"/>
                <a:sym typeface="Source Serif 4"/>
              </a:defRPr>
            </a:lvl6pPr>
            <a:lvl7pPr lvl="6" algn="ctr">
              <a:spcBef>
                <a:spcPts val="0"/>
              </a:spcBef>
              <a:spcAft>
                <a:spcPts val="0"/>
              </a:spcAft>
              <a:buClr>
                <a:schemeClr val="lt1"/>
              </a:buClr>
              <a:buSzPts val="3000"/>
              <a:buFont typeface="Source Serif 4"/>
              <a:buNone/>
              <a:defRPr b="1" sz="3000">
                <a:solidFill>
                  <a:schemeClr val="lt1"/>
                </a:solidFill>
                <a:latin typeface="Source Serif 4"/>
                <a:ea typeface="Source Serif 4"/>
                <a:cs typeface="Source Serif 4"/>
                <a:sym typeface="Source Serif 4"/>
              </a:defRPr>
            </a:lvl7pPr>
            <a:lvl8pPr lvl="7" algn="ctr">
              <a:spcBef>
                <a:spcPts val="0"/>
              </a:spcBef>
              <a:spcAft>
                <a:spcPts val="0"/>
              </a:spcAft>
              <a:buClr>
                <a:schemeClr val="lt1"/>
              </a:buClr>
              <a:buSzPts val="3000"/>
              <a:buFont typeface="Source Serif 4"/>
              <a:buNone/>
              <a:defRPr b="1" sz="3000">
                <a:solidFill>
                  <a:schemeClr val="lt1"/>
                </a:solidFill>
                <a:latin typeface="Source Serif 4"/>
                <a:ea typeface="Source Serif 4"/>
                <a:cs typeface="Source Serif 4"/>
                <a:sym typeface="Source Serif 4"/>
              </a:defRPr>
            </a:lvl8pPr>
            <a:lvl9pPr lvl="8" algn="ctr">
              <a:spcBef>
                <a:spcPts val="0"/>
              </a:spcBef>
              <a:spcAft>
                <a:spcPts val="0"/>
              </a:spcAft>
              <a:buClr>
                <a:schemeClr val="lt1"/>
              </a:buClr>
              <a:buSzPts val="3000"/>
              <a:buFont typeface="Source Serif 4"/>
              <a:buNone/>
              <a:defRPr b="1" sz="3000">
                <a:solidFill>
                  <a:schemeClr val="lt1"/>
                </a:solidFill>
                <a:latin typeface="Source Serif 4"/>
                <a:ea typeface="Source Serif 4"/>
                <a:cs typeface="Source Serif 4"/>
                <a:sym typeface="Source Serif 4"/>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p:cSld name="Título y objetos">
    <p:bg>
      <p:bgPr>
        <a:solidFill>
          <a:srgbClr val="F7F8F8"/>
        </a:solidFill>
      </p:bgPr>
    </p:bg>
    <p:spTree>
      <p:nvGrpSpPr>
        <p:cNvPr id="119" name="Shape 119"/>
        <p:cNvGrpSpPr/>
        <p:nvPr/>
      </p:nvGrpSpPr>
      <p:grpSpPr>
        <a:xfrm>
          <a:off x="0" y="0"/>
          <a:ext cx="0" cy="0"/>
          <a:chOff x="0" y="0"/>
          <a:chExt cx="0" cy="0"/>
        </a:xfrm>
      </p:grpSpPr>
      <p:sp>
        <p:nvSpPr>
          <p:cNvPr id="120" name="Google Shape;120;p35"/>
          <p:cNvSpPr txBox="1"/>
          <p:nvPr>
            <p:ph type="title"/>
          </p:nvPr>
        </p:nvSpPr>
        <p:spPr>
          <a:xfrm>
            <a:off x="340725" y="800277"/>
            <a:ext cx="3418800" cy="8244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dk2"/>
              </a:buClr>
              <a:buSzPts val="3000"/>
              <a:buFont typeface="Source Serif 4"/>
              <a:buNone/>
              <a:defRPr b="1" i="0" sz="3000" u="none" cap="none" strike="noStrike">
                <a:solidFill>
                  <a:schemeClr val="dk2"/>
                </a:solidFill>
                <a:latin typeface="Source Serif 4"/>
                <a:ea typeface="Source Serif 4"/>
                <a:cs typeface="Source Serif 4"/>
                <a:sym typeface="Source Serif 4"/>
              </a:defRPr>
            </a:lvl1pPr>
            <a:lvl2pPr lvl="1" marR="0" algn="l">
              <a:lnSpc>
                <a:spcPct val="100000"/>
              </a:lnSpc>
              <a:spcBef>
                <a:spcPts val="0"/>
              </a:spcBef>
              <a:spcAft>
                <a:spcPts val="0"/>
              </a:spcAft>
              <a:buClr>
                <a:schemeClr val="dk2"/>
              </a:buClr>
              <a:buSzPts val="3000"/>
              <a:buFont typeface="Source Serif 4"/>
              <a:buNone/>
              <a:defRPr b="1" i="0" sz="3000" u="none" cap="none" strike="noStrike">
                <a:solidFill>
                  <a:schemeClr val="dk2"/>
                </a:solidFill>
                <a:latin typeface="Source Serif 4"/>
                <a:ea typeface="Source Serif 4"/>
                <a:cs typeface="Source Serif 4"/>
                <a:sym typeface="Source Serif 4"/>
              </a:defRPr>
            </a:lvl2pPr>
            <a:lvl3pPr lvl="2" marR="0" algn="l">
              <a:lnSpc>
                <a:spcPct val="100000"/>
              </a:lnSpc>
              <a:spcBef>
                <a:spcPts val="0"/>
              </a:spcBef>
              <a:spcAft>
                <a:spcPts val="0"/>
              </a:spcAft>
              <a:buClr>
                <a:schemeClr val="dk2"/>
              </a:buClr>
              <a:buSzPts val="3000"/>
              <a:buFont typeface="Source Serif 4"/>
              <a:buNone/>
              <a:defRPr b="1" i="0" sz="3000" u="none" cap="none" strike="noStrike">
                <a:solidFill>
                  <a:schemeClr val="dk2"/>
                </a:solidFill>
                <a:latin typeface="Source Serif 4"/>
                <a:ea typeface="Source Serif 4"/>
                <a:cs typeface="Source Serif 4"/>
                <a:sym typeface="Source Serif 4"/>
              </a:defRPr>
            </a:lvl3pPr>
            <a:lvl4pPr lvl="3" marR="0" algn="l">
              <a:lnSpc>
                <a:spcPct val="100000"/>
              </a:lnSpc>
              <a:spcBef>
                <a:spcPts val="0"/>
              </a:spcBef>
              <a:spcAft>
                <a:spcPts val="0"/>
              </a:spcAft>
              <a:buClr>
                <a:schemeClr val="dk2"/>
              </a:buClr>
              <a:buSzPts val="3000"/>
              <a:buFont typeface="Source Serif 4"/>
              <a:buNone/>
              <a:defRPr b="1" i="0" sz="3000" u="none" cap="none" strike="noStrike">
                <a:solidFill>
                  <a:schemeClr val="dk2"/>
                </a:solidFill>
                <a:latin typeface="Source Serif 4"/>
                <a:ea typeface="Source Serif 4"/>
                <a:cs typeface="Source Serif 4"/>
                <a:sym typeface="Source Serif 4"/>
              </a:defRPr>
            </a:lvl4pPr>
            <a:lvl5pPr lvl="4" marR="0" algn="l">
              <a:lnSpc>
                <a:spcPct val="100000"/>
              </a:lnSpc>
              <a:spcBef>
                <a:spcPts val="0"/>
              </a:spcBef>
              <a:spcAft>
                <a:spcPts val="0"/>
              </a:spcAft>
              <a:buClr>
                <a:schemeClr val="dk2"/>
              </a:buClr>
              <a:buSzPts val="3000"/>
              <a:buFont typeface="Source Serif 4"/>
              <a:buNone/>
              <a:defRPr b="1" i="0" sz="3000" u="none" cap="none" strike="noStrike">
                <a:solidFill>
                  <a:schemeClr val="dk2"/>
                </a:solidFill>
                <a:latin typeface="Source Serif 4"/>
                <a:ea typeface="Source Serif 4"/>
                <a:cs typeface="Source Serif 4"/>
                <a:sym typeface="Source Serif 4"/>
              </a:defRPr>
            </a:lvl5pPr>
            <a:lvl6pPr lvl="5" marR="0" algn="l">
              <a:lnSpc>
                <a:spcPct val="100000"/>
              </a:lnSpc>
              <a:spcBef>
                <a:spcPts val="0"/>
              </a:spcBef>
              <a:spcAft>
                <a:spcPts val="0"/>
              </a:spcAft>
              <a:buClr>
                <a:schemeClr val="dk2"/>
              </a:buClr>
              <a:buSzPts val="3000"/>
              <a:buFont typeface="Source Serif 4"/>
              <a:buNone/>
              <a:defRPr b="1" i="0" sz="3000" u="none" cap="none" strike="noStrike">
                <a:solidFill>
                  <a:schemeClr val="dk2"/>
                </a:solidFill>
                <a:latin typeface="Source Serif 4"/>
                <a:ea typeface="Source Serif 4"/>
                <a:cs typeface="Source Serif 4"/>
                <a:sym typeface="Source Serif 4"/>
              </a:defRPr>
            </a:lvl6pPr>
            <a:lvl7pPr lvl="6" marR="0" algn="l">
              <a:lnSpc>
                <a:spcPct val="100000"/>
              </a:lnSpc>
              <a:spcBef>
                <a:spcPts val="0"/>
              </a:spcBef>
              <a:spcAft>
                <a:spcPts val="0"/>
              </a:spcAft>
              <a:buClr>
                <a:schemeClr val="dk2"/>
              </a:buClr>
              <a:buSzPts val="3000"/>
              <a:buFont typeface="Source Serif 4"/>
              <a:buNone/>
              <a:defRPr b="1" i="0" sz="3000" u="none" cap="none" strike="noStrike">
                <a:solidFill>
                  <a:schemeClr val="dk2"/>
                </a:solidFill>
                <a:latin typeface="Source Serif 4"/>
                <a:ea typeface="Source Serif 4"/>
                <a:cs typeface="Source Serif 4"/>
                <a:sym typeface="Source Serif 4"/>
              </a:defRPr>
            </a:lvl7pPr>
            <a:lvl8pPr lvl="7" marR="0" algn="l">
              <a:lnSpc>
                <a:spcPct val="100000"/>
              </a:lnSpc>
              <a:spcBef>
                <a:spcPts val="0"/>
              </a:spcBef>
              <a:spcAft>
                <a:spcPts val="0"/>
              </a:spcAft>
              <a:buClr>
                <a:schemeClr val="dk2"/>
              </a:buClr>
              <a:buSzPts val="3000"/>
              <a:buFont typeface="Source Serif 4"/>
              <a:buNone/>
              <a:defRPr b="1" i="0" sz="3000" u="none" cap="none" strike="noStrike">
                <a:solidFill>
                  <a:schemeClr val="dk2"/>
                </a:solidFill>
                <a:latin typeface="Source Serif 4"/>
                <a:ea typeface="Source Serif 4"/>
                <a:cs typeface="Source Serif 4"/>
                <a:sym typeface="Source Serif 4"/>
              </a:defRPr>
            </a:lvl8pPr>
            <a:lvl9pPr lvl="8" marR="0" algn="l">
              <a:lnSpc>
                <a:spcPct val="100000"/>
              </a:lnSpc>
              <a:spcBef>
                <a:spcPts val="0"/>
              </a:spcBef>
              <a:spcAft>
                <a:spcPts val="0"/>
              </a:spcAft>
              <a:buClr>
                <a:schemeClr val="dk2"/>
              </a:buClr>
              <a:buSzPts val="3000"/>
              <a:buFont typeface="Source Serif 4"/>
              <a:buNone/>
              <a:defRPr b="1" i="0" sz="3000" u="none" cap="none" strike="noStrike">
                <a:solidFill>
                  <a:schemeClr val="dk2"/>
                </a:solidFill>
                <a:latin typeface="Source Serif 4"/>
                <a:ea typeface="Source Serif 4"/>
                <a:cs typeface="Source Serif 4"/>
                <a:sym typeface="Source Serif 4"/>
              </a:defRPr>
            </a:lvl9pPr>
          </a:lstStyle>
          <a:p/>
        </p:txBody>
      </p:sp>
      <p:sp>
        <p:nvSpPr>
          <p:cNvPr id="121" name="Google Shape;121;p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solidFill>
                  <a:schemeClr val="dk2"/>
                </a:solidFill>
                <a:latin typeface="Source Serif 4"/>
                <a:ea typeface="Source Serif 4"/>
                <a:cs typeface="Source Serif 4"/>
                <a:sym typeface="Source Serif 4"/>
              </a:defRPr>
            </a:lvl1pPr>
            <a:lvl2pPr lvl="1">
              <a:buNone/>
              <a:defRPr>
                <a:solidFill>
                  <a:schemeClr val="dk2"/>
                </a:solidFill>
                <a:latin typeface="Source Serif 4"/>
                <a:ea typeface="Source Serif 4"/>
                <a:cs typeface="Source Serif 4"/>
                <a:sym typeface="Source Serif 4"/>
              </a:defRPr>
            </a:lvl2pPr>
            <a:lvl3pPr lvl="2">
              <a:buNone/>
              <a:defRPr>
                <a:solidFill>
                  <a:schemeClr val="dk2"/>
                </a:solidFill>
                <a:latin typeface="Source Serif 4"/>
                <a:ea typeface="Source Serif 4"/>
                <a:cs typeface="Source Serif 4"/>
                <a:sym typeface="Source Serif 4"/>
              </a:defRPr>
            </a:lvl3pPr>
            <a:lvl4pPr lvl="3">
              <a:buNone/>
              <a:defRPr>
                <a:solidFill>
                  <a:schemeClr val="dk2"/>
                </a:solidFill>
                <a:latin typeface="Source Serif 4"/>
                <a:ea typeface="Source Serif 4"/>
                <a:cs typeface="Source Serif 4"/>
                <a:sym typeface="Source Serif 4"/>
              </a:defRPr>
            </a:lvl4pPr>
            <a:lvl5pPr lvl="4">
              <a:buNone/>
              <a:defRPr>
                <a:solidFill>
                  <a:schemeClr val="dk2"/>
                </a:solidFill>
                <a:latin typeface="Source Serif 4"/>
                <a:ea typeface="Source Serif 4"/>
                <a:cs typeface="Source Serif 4"/>
                <a:sym typeface="Source Serif 4"/>
              </a:defRPr>
            </a:lvl5pPr>
            <a:lvl6pPr lvl="5">
              <a:buNone/>
              <a:defRPr>
                <a:solidFill>
                  <a:schemeClr val="dk2"/>
                </a:solidFill>
                <a:latin typeface="Source Serif 4"/>
                <a:ea typeface="Source Serif 4"/>
                <a:cs typeface="Source Serif 4"/>
                <a:sym typeface="Source Serif 4"/>
              </a:defRPr>
            </a:lvl6pPr>
            <a:lvl7pPr lvl="6">
              <a:buNone/>
              <a:defRPr>
                <a:solidFill>
                  <a:schemeClr val="dk2"/>
                </a:solidFill>
                <a:latin typeface="Source Serif 4"/>
                <a:ea typeface="Source Serif 4"/>
                <a:cs typeface="Source Serif 4"/>
                <a:sym typeface="Source Serif 4"/>
              </a:defRPr>
            </a:lvl7pPr>
            <a:lvl8pPr lvl="7">
              <a:buNone/>
              <a:defRPr>
                <a:solidFill>
                  <a:schemeClr val="dk2"/>
                </a:solidFill>
                <a:latin typeface="Source Serif 4"/>
                <a:ea typeface="Source Serif 4"/>
                <a:cs typeface="Source Serif 4"/>
                <a:sym typeface="Source Serif 4"/>
              </a:defRPr>
            </a:lvl8pPr>
            <a:lvl9pPr lvl="8">
              <a:buNone/>
              <a:defRPr>
                <a:solidFill>
                  <a:schemeClr val="dk2"/>
                </a:solidFill>
                <a:latin typeface="Source Serif 4"/>
                <a:ea typeface="Source Serif 4"/>
                <a:cs typeface="Source Serif 4"/>
                <a:sym typeface="Source Serif 4"/>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0.xml"/><Relationship Id="rId10" Type="http://schemas.openxmlformats.org/officeDocument/2006/relationships/slideLayout" Target="../slideLayouts/slideLayout29.xml"/><Relationship Id="rId13" Type="http://schemas.openxmlformats.org/officeDocument/2006/relationships/slideLayout" Target="../slideLayouts/slideLayout32.xml"/><Relationship Id="rId12" Type="http://schemas.openxmlformats.org/officeDocument/2006/relationships/slideLayout" Target="../slideLayouts/slideLayout31.xml"/><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5" Type="http://schemas.openxmlformats.org/officeDocument/2006/relationships/theme" Target="../theme/theme1.xml"/><Relationship Id="rId14" Type="http://schemas.openxmlformats.org/officeDocument/2006/relationships/slideLayout" Target="../slideLayouts/slideLayout33.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7">
          <p15:clr>
            <a:srgbClr val="E46962"/>
          </p15:clr>
        </p15:guide>
        <p15:guide id="2" pos="217">
          <p15:clr>
            <a:srgbClr val="E46962"/>
          </p15:clr>
        </p15:guide>
        <p15:guide id="3" pos="529">
          <p15:clr>
            <a:srgbClr val="E46962"/>
          </p15:clr>
        </p15:guide>
        <p15:guide id="4" pos="674">
          <p15:clr>
            <a:srgbClr val="E46962"/>
          </p15:clr>
        </p15:guide>
        <p15:guide id="5" pos="986">
          <p15:clr>
            <a:srgbClr val="E46962"/>
          </p15:clr>
        </p15:guide>
        <p15:guide id="6" pos="1130">
          <p15:clr>
            <a:srgbClr val="E46962"/>
          </p15:clr>
        </p15:guide>
        <p15:guide id="7" pos="1442">
          <p15:clr>
            <a:srgbClr val="E46962"/>
          </p15:clr>
        </p15:guide>
        <p15:guide id="8" pos="1586">
          <p15:clr>
            <a:srgbClr val="E46962"/>
          </p15:clr>
        </p15:guide>
        <p15:guide id="9" pos="1898">
          <p15:clr>
            <a:srgbClr val="E46962"/>
          </p15:clr>
        </p15:guide>
        <p15:guide id="10" pos="2043">
          <p15:clr>
            <a:srgbClr val="E46962"/>
          </p15:clr>
        </p15:guide>
        <p15:guide id="11" pos="2355">
          <p15:clr>
            <a:srgbClr val="E46962"/>
          </p15:clr>
        </p15:guide>
        <p15:guide id="12" pos="2499">
          <p15:clr>
            <a:srgbClr val="E46962"/>
          </p15:clr>
        </p15:guide>
        <p15:guide id="13" pos="2811">
          <p15:clr>
            <a:srgbClr val="E46962"/>
          </p15:clr>
        </p15:guide>
        <p15:guide id="14" pos="2955">
          <p15:clr>
            <a:srgbClr val="E46962"/>
          </p15:clr>
        </p15:guide>
        <p15:guide id="15" pos="3267">
          <p15:clr>
            <a:srgbClr val="E46962"/>
          </p15:clr>
        </p15:guide>
        <p15:guide id="16" pos="3412">
          <p15:clr>
            <a:srgbClr val="E46962"/>
          </p15:clr>
        </p15:guide>
        <p15:guide id="17" pos="3724">
          <p15:clr>
            <a:srgbClr val="E46962"/>
          </p15:clr>
        </p15:guide>
        <p15:guide id="18" pos="3868">
          <p15:clr>
            <a:srgbClr val="E46962"/>
          </p15:clr>
        </p15:guide>
        <p15:guide id="19" pos="4180">
          <p15:clr>
            <a:srgbClr val="E46962"/>
          </p15:clr>
        </p15:guide>
        <p15:guide id="20" pos="4324">
          <p15:clr>
            <a:srgbClr val="E46962"/>
          </p15:clr>
        </p15:guide>
        <p15:guide id="21" pos="4637">
          <p15:clr>
            <a:srgbClr val="E46962"/>
          </p15:clr>
        </p15:guide>
        <p15:guide id="22" pos="4781">
          <p15:clr>
            <a:srgbClr val="E46962"/>
          </p15:clr>
        </p15:guide>
        <p15:guide id="23" pos="5093">
          <p15:clr>
            <a:srgbClr val="E46962"/>
          </p15:clr>
        </p15:guide>
        <p15:guide id="24" pos="5237">
          <p15:clr>
            <a:srgbClr val="E46962"/>
          </p15:clr>
        </p15:guide>
        <p15:guide id="25" orient="horz" pos="564">
          <p15:clr>
            <a:srgbClr val="E46962"/>
          </p15:clr>
        </p15:guide>
        <p15:guide id="26" orient="horz" pos="709">
          <p15:clr>
            <a:srgbClr val="E46962"/>
          </p15:clr>
        </p15:guide>
        <p15:guide id="27" orient="horz" pos="1055">
          <p15:clr>
            <a:srgbClr val="E46962"/>
          </p15:clr>
        </p15:guide>
        <p15:guide id="28" orient="horz" pos="1201">
          <p15:clr>
            <a:srgbClr val="E46962"/>
          </p15:clr>
        </p15:guide>
        <p15:guide id="29" orient="horz" pos="1547">
          <p15:clr>
            <a:srgbClr val="E46962"/>
          </p15:clr>
        </p15:guide>
        <p15:guide id="30" orient="horz" pos="1693">
          <p15:clr>
            <a:srgbClr val="E46962"/>
          </p15:clr>
        </p15:guide>
        <p15:guide id="31" orient="horz" pos="2039">
          <p15:clr>
            <a:srgbClr val="E46962"/>
          </p15:clr>
        </p15:guide>
        <p15:guide id="32" orient="horz" pos="2185">
          <p15:clr>
            <a:srgbClr val="E46962"/>
          </p15:clr>
        </p15:guide>
        <p15:guide id="33" orient="horz" pos="2531">
          <p15:clr>
            <a:srgbClr val="E46962"/>
          </p15:clr>
        </p15:guide>
        <p15:guide id="34" orient="horz" pos="2676">
          <p15:clr>
            <a:srgbClr val="E46962"/>
          </p15:clr>
        </p15:guide>
        <p15:guide id="35" orient="horz" pos="74">
          <p15:clr>
            <a:srgbClr val="E46962"/>
          </p15:clr>
        </p15:guide>
        <p15:guide id="36" pos="74">
          <p15:clr>
            <a:srgbClr val="E46962"/>
          </p15:clr>
        </p15:guide>
        <p15:guide id="37" pos="5693">
          <p15:clr>
            <a:srgbClr val="E46962"/>
          </p15:clr>
        </p15:guide>
        <p15:guide id="38" orient="horz" pos="3020">
          <p15:clr>
            <a:srgbClr val="E46962"/>
          </p15:clr>
        </p15:guide>
        <p15:guide id="39" orient="horz" pos="3167">
          <p15:clr>
            <a:srgbClr val="E46962"/>
          </p15:clr>
        </p15:guide>
        <p15:guide id="40" pos="5549">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8" name="Shape 68"/>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7">
          <p15:clr>
            <a:srgbClr val="E46962"/>
          </p15:clr>
        </p15:guide>
        <p15:guide id="2" pos="217">
          <p15:clr>
            <a:srgbClr val="E46962"/>
          </p15:clr>
        </p15:guide>
        <p15:guide id="3" pos="529">
          <p15:clr>
            <a:srgbClr val="E46962"/>
          </p15:clr>
        </p15:guide>
        <p15:guide id="4" pos="674">
          <p15:clr>
            <a:srgbClr val="E46962"/>
          </p15:clr>
        </p15:guide>
        <p15:guide id="5" pos="986">
          <p15:clr>
            <a:srgbClr val="E46962"/>
          </p15:clr>
        </p15:guide>
        <p15:guide id="6" pos="1130">
          <p15:clr>
            <a:srgbClr val="E46962"/>
          </p15:clr>
        </p15:guide>
        <p15:guide id="7" pos="1442">
          <p15:clr>
            <a:srgbClr val="E46962"/>
          </p15:clr>
        </p15:guide>
        <p15:guide id="8" pos="1586">
          <p15:clr>
            <a:srgbClr val="E46962"/>
          </p15:clr>
        </p15:guide>
        <p15:guide id="9" pos="1898">
          <p15:clr>
            <a:srgbClr val="E46962"/>
          </p15:clr>
        </p15:guide>
        <p15:guide id="10" pos="2043">
          <p15:clr>
            <a:srgbClr val="E46962"/>
          </p15:clr>
        </p15:guide>
        <p15:guide id="11" pos="2355">
          <p15:clr>
            <a:srgbClr val="E46962"/>
          </p15:clr>
        </p15:guide>
        <p15:guide id="12" pos="2499">
          <p15:clr>
            <a:srgbClr val="E46962"/>
          </p15:clr>
        </p15:guide>
        <p15:guide id="13" pos="2811">
          <p15:clr>
            <a:srgbClr val="E46962"/>
          </p15:clr>
        </p15:guide>
        <p15:guide id="14" pos="2955">
          <p15:clr>
            <a:srgbClr val="E46962"/>
          </p15:clr>
        </p15:guide>
        <p15:guide id="15" pos="3267">
          <p15:clr>
            <a:srgbClr val="E46962"/>
          </p15:clr>
        </p15:guide>
        <p15:guide id="16" pos="3412">
          <p15:clr>
            <a:srgbClr val="E46962"/>
          </p15:clr>
        </p15:guide>
        <p15:guide id="17" pos="3724">
          <p15:clr>
            <a:srgbClr val="E46962"/>
          </p15:clr>
        </p15:guide>
        <p15:guide id="18" pos="3868">
          <p15:clr>
            <a:srgbClr val="E46962"/>
          </p15:clr>
        </p15:guide>
        <p15:guide id="19" pos="4180">
          <p15:clr>
            <a:srgbClr val="E46962"/>
          </p15:clr>
        </p15:guide>
        <p15:guide id="20" pos="4324">
          <p15:clr>
            <a:srgbClr val="E46962"/>
          </p15:clr>
        </p15:guide>
        <p15:guide id="21" pos="4637">
          <p15:clr>
            <a:srgbClr val="E46962"/>
          </p15:clr>
        </p15:guide>
        <p15:guide id="22" pos="4781">
          <p15:clr>
            <a:srgbClr val="E46962"/>
          </p15:clr>
        </p15:guide>
        <p15:guide id="23" pos="5093">
          <p15:clr>
            <a:srgbClr val="E46962"/>
          </p15:clr>
        </p15:guide>
        <p15:guide id="24" pos="5237">
          <p15:clr>
            <a:srgbClr val="E46962"/>
          </p15:clr>
        </p15:guide>
        <p15:guide id="25" orient="horz" pos="564">
          <p15:clr>
            <a:srgbClr val="E46962"/>
          </p15:clr>
        </p15:guide>
        <p15:guide id="26" orient="horz" pos="709">
          <p15:clr>
            <a:srgbClr val="E46962"/>
          </p15:clr>
        </p15:guide>
        <p15:guide id="27" orient="horz" pos="1055">
          <p15:clr>
            <a:srgbClr val="E46962"/>
          </p15:clr>
        </p15:guide>
        <p15:guide id="28" orient="horz" pos="1201">
          <p15:clr>
            <a:srgbClr val="E46962"/>
          </p15:clr>
        </p15:guide>
        <p15:guide id="29" orient="horz" pos="1547">
          <p15:clr>
            <a:srgbClr val="E46962"/>
          </p15:clr>
        </p15:guide>
        <p15:guide id="30" orient="horz" pos="1693">
          <p15:clr>
            <a:srgbClr val="E46962"/>
          </p15:clr>
        </p15:guide>
        <p15:guide id="31" orient="horz" pos="2039">
          <p15:clr>
            <a:srgbClr val="E46962"/>
          </p15:clr>
        </p15:guide>
        <p15:guide id="32" orient="horz" pos="2185">
          <p15:clr>
            <a:srgbClr val="E46962"/>
          </p15:clr>
        </p15:guide>
        <p15:guide id="33" orient="horz" pos="2531">
          <p15:clr>
            <a:srgbClr val="E46962"/>
          </p15:clr>
        </p15:guide>
        <p15:guide id="34" orient="horz" pos="2676">
          <p15:clr>
            <a:srgbClr val="E46962"/>
          </p15:clr>
        </p15:guide>
        <p15:guide id="35" orient="horz" pos="74">
          <p15:clr>
            <a:srgbClr val="E46962"/>
          </p15:clr>
        </p15:guide>
        <p15:guide id="36" pos="74">
          <p15:clr>
            <a:srgbClr val="E46962"/>
          </p15:clr>
        </p15:guide>
        <p15:guide id="37" pos="5693">
          <p15:clr>
            <a:srgbClr val="E46962"/>
          </p15:clr>
        </p15:guide>
        <p15:guide id="38" orient="horz" pos="3020">
          <p15:clr>
            <a:srgbClr val="E46962"/>
          </p15:clr>
        </p15:guide>
        <p15:guide id="39" orient="horz" pos="3167">
          <p15:clr>
            <a:srgbClr val="E46962"/>
          </p15:clr>
        </p15:guide>
        <p15:guide id="40" pos="5549">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comments" Target="../comments/comment2.xml"/><Relationship Id="rId4" Type="http://schemas.openxmlformats.org/officeDocument/2006/relationships/slide" Target="/ppt/slides/slide11.xml"/><Relationship Id="rId5" Type="http://schemas.openxmlformats.org/officeDocument/2006/relationships/image" Target="../media/image6.png"/><Relationship Id="rId6" Type="http://schemas.openxmlformats.org/officeDocument/2006/relationships/slide" Target="/ppt/slides/slide11.xml"/><Relationship Id="rId7" Type="http://schemas.openxmlformats.org/officeDocument/2006/relationships/slide" Target="/ppt/slides/slide19.xml"/><Relationship Id="rId8"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comments" Target="../comments/comment3.xml"/><Relationship Id="rId4" Type="http://schemas.openxmlformats.org/officeDocument/2006/relationships/slide" Target="/ppt/slides/slide11.xml"/><Relationship Id="rId5" Type="http://schemas.openxmlformats.org/officeDocument/2006/relationships/image" Target="../media/image6.png"/><Relationship Id="rId6" Type="http://schemas.openxmlformats.org/officeDocument/2006/relationships/slide" Target="/ppt/slides/slide11.xml"/><Relationship Id="rId7" Type="http://schemas.openxmlformats.org/officeDocument/2006/relationships/slide" Target="/ppt/slides/slide19.xml"/><Relationship Id="rId8"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omments" Target="../comments/comment4.xml"/><Relationship Id="rId4" Type="http://schemas.openxmlformats.org/officeDocument/2006/relationships/slide" Target="/ppt/slides/slide11.xml"/><Relationship Id="rId5" Type="http://schemas.openxmlformats.org/officeDocument/2006/relationships/image" Target="../media/image6.png"/><Relationship Id="rId6" Type="http://schemas.openxmlformats.org/officeDocument/2006/relationships/slide" Target="/ppt/slides/slide11.xml"/><Relationship Id="rId7" Type="http://schemas.openxmlformats.org/officeDocument/2006/relationships/slide" Target="/ppt/slides/slide19.xml"/><Relationship Id="rId8"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comments" Target="../comments/comment5.xml"/><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1.png"/><Relationship Id="rId7"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comments" Target="../comments/commen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slide" Target="/ppt/slides/slide11.xml"/><Relationship Id="rId4" Type="http://schemas.openxmlformats.org/officeDocument/2006/relationships/image" Target="../media/image6.png"/><Relationship Id="rId5" Type="http://schemas.openxmlformats.org/officeDocument/2006/relationships/slide" Target="/ppt/slides/slide11.xml"/><Relationship Id="rId6" Type="http://schemas.openxmlformats.org/officeDocument/2006/relationships/slide" Target="/ppt/slides/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6"/>
          <p:cNvSpPr txBox="1"/>
          <p:nvPr>
            <p:ph type="title"/>
          </p:nvPr>
        </p:nvSpPr>
        <p:spPr>
          <a:xfrm>
            <a:off x="334525" y="2139601"/>
            <a:ext cx="5681100" cy="2008200"/>
          </a:xfrm>
          <a:prstGeom prst="rect">
            <a:avLst/>
          </a:prstGeom>
        </p:spPr>
        <p:txBody>
          <a:bodyPr anchorCtr="0" anchor="t" bIns="0" lIns="0" spcFirstLastPara="1" rIns="0" wrap="square" tIns="0">
            <a:noAutofit/>
          </a:bodyPr>
          <a:lstStyle/>
          <a:p>
            <a:pPr indent="0" lvl="0" marL="0" rtl="0" algn="l">
              <a:spcBef>
                <a:spcPts val="0"/>
              </a:spcBef>
              <a:spcAft>
                <a:spcPts val="0"/>
              </a:spcAft>
              <a:buClr>
                <a:srgbClr val="000000"/>
              </a:buClr>
              <a:buSzPts val="6700"/>
              <a:buFont typeface="Arial"/>
              <a:buNone/>
            </a:pPr>
            <a:r>
              <a:rPr lang="es" sz="6200">
                <a:solidFill>
                  <a:schemeClr val="lt2"/>
                </a:solidFill>
              </a:rPr>
              <a:t>Seguimiento</a:t>
            </a:r>
            <a:r>
              <a:rPr lang="es" sz="6200">
                <a:solidFill>
                  <a:schemeClr val="lt2"/>
                </a:solidFill>
              </a:rPr>
              <a:t> incidencias</a:t>
            </a:r>
            <a:endParaRPr sz="6200"/>
          </a:p>
        </p:txBody>
      </p:sp>
      <p:sp>
        <p:nvSpPr>
          <p:cNvPr id="127" name="Google Shape;127;p36"/>
          <p:cNvSpPr txBox="1"/>
          <p:nvPr>
            <p:ph idx="1" type="subTitle"/>
          </p:nvPr>
        </p:nvSpPr>
        <p:spPr>
          <a:xfrm>
            <a:off x="348425" y="1798700"/>
            <a:ext cx="4421700" cy="271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s"/>
              <a:t>KPIs, evolución y análisis del periodo</a:t>
            </a:r>
            <a:endParaRPr/>
          </a:p>
        </p:txBody>
      </p:sp>
      <p:pic>
        <p:nvPicPr>
          <p:cNvPr id="128" name="Google Shape;128;p36" title="graphic-glass.png"/>
          <p:cNvPicPr preferRelativeResize="0"/>
          <p:nvPr/>
        </p:nvPicPr>
        <p:blipFill rotWithShape="1">
          <a:blip r:embed="rId4">
            <a:alphaModFix/>
          </a:blip>
          <a:srcRect b="9549" l="10790" r="8139" t="4886"/>
          <a:stretch/>
        </p:blipFill>
        <p:spPr>
          <a:xfrm>
            <a:off x="6003250" y="1675450"/>
            <a:ext cx="2806125" cy="2961724"/>
          </a:xfrm>
          <a:prstGeom prst="rect">
            <a:avLst/>
          </a:prstGeom>
          <a:noFill/>
          <a:ln>
            <a:noFill/>
          </a:ln>
        </p:spPr>
      </p:pic>
      <p:sp>
        <p:nvSpPr>
          <p:cNvPr id="129" name="Google Shape;129;p36"/>
          <p:cNvSpPr/>
          <p:nvPr/>
        </p:nvSpPr>
        <p:spPr>
          <a:xfrm>
            <a:off x="391950" y="3864700"/>
            <a:ext cx="2772600" cy="289800"/>
          </a:xfrm>
          <a:prstGeom prst="roundRect">
            <a:avLst>
              <a:gd fmla="val 50000" name="adj"/>
            </a:avLst>
          </a:prstGeom>
          <a:solidFill>
            <a:srgbClr val="F9E87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010">
                <a:solidFill>
                  <a:srgbClr val="001391"/>
                </a:solidFill>
                <a:latin typeface="Lato"/>
                <a:ea typeface="Lato"/>
                <a:cs typeface="Lato"/>
                <a:sym typeface="Lato"/>
              </a:rPr>
              <a:t>Periodo dd/mm - dd/mm 2026 </a:t>
            </a:r>
            <a:endParaRPr sz="1010">
              <a:solidFill>
                <a:srgbClr val="00139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3" name="Shape 133"/>
        <p:cNvGrpSpPr/>
        <p:nvPr/>
      </p:nvGrpSpPr>
      <p:grpSpPr>
        <a:xfrm>
          <a:off x="0" y="0"/>
          <a:ext cx="0" cy="0"/>
          <a:chOff x="0" y="0"/>
          <a:chExt cx="0" cy="0"/>
        </a:xfrm>
      </p:grpSpPr>
      <p:sp>
        <p:nvSpPr>
          <p:cNvPr id="134" name="Google Shape;134;p37"/>
          <p:cNvSpPr/>
          <p:nvPr/>
        </p:nvSpPr>
        <p:spPr>
          <a:xfrm>
            <a:off x="1250100" y="191925"/>
            <a:ext cx="8426100" cy="4121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Lámina 1. DASHBOARD DE KPIs, avances &gt; Como estamos. Seguimiento ejecutivo</a:t>
            </a:r>
            <a:endParaRPr/>
          </a:p>
          <a:p>
            <a:pPr indent="-317500" lvl="0" marL="457200" rtl="0" algn="l">
              <a:spcBef>
                <a:spcPts val="0"/>
              </a:spcBef>
              <a:spcAft>
                <a:spcPts val="0"/>
              </a:spcAft>
              <a:buSzPts val="1400"/>
              <a:buChar char="●"/>
            </a:pPr>
            <a:r>
              <a:rPr lang="es"/>
              <a:t>x incidencias abiertas con criticidad -OK</a:t>
            </a:r>
            <a:endParaRPr/>
          </a:p>
          <a:p>
            <a:pPr indent="-317500" lvl="0" marL="457200" rtl="0" algn="l">
              <a:spcBef>
                <a:spcPts val="0"/>
              </a:spcBef>
              <a:spcAft>
                <a:spcPts val="0"/>
              </a:spcAft>
              <a:buSzPts val="1400"/>
              <a:buChar char="●"/>
            </a:pPr>
            <a:r>
              <a:rPr lang="es"/>
              <a:t>nuevas (ahora vs antes vs acumulado) - OK</a:t>
            </a:r>
            <a:endParaRPr/>
          </a:p>
          <a:p>
            <a:pPr indent="-317500" lvl="0" marL="457200" rtl="0" algn="l">
              <a:spcBef>
                <a:spcPts val="0"/>
              </a:spcBef>
              <a:spcAft>
                <a:spcPts val="0"/>
              </a:spcAft>
              <a:buSzPts val="1400"/>
              <a:buChar char="●"/>
            </a:pPr>
            <a:r>
              <a:rPr lang="es"/>
              <a:t>nº de incidencias cerradas en el periodo - OK</a:t>
            </a:r>
            <a:endParaRPr/>
          </a:p>
          <a:p>
            <a:pPr indent="-317500" lvl="0" marL="457200" rtl="0" algn="l">
              <a:spcBef>
                <a:spcPts val="0"/>
              </a:spcBef>
              <a:spcAft>
                <a:spcPts val="0"/>
              </a:spcAft>
              <a:buSzPts val="1400"/>
              <a:buChar char="●"/>
            </a:pPr>
            <a:r>
              <a:rPr lang="es"/>
              <a:t>helix no distingue entre las criticidades, todas van por “low”</a:t>
            </a:r>
            <a:endParaRPr/>
          </a:p>
          <a:p>
            <a:pPr indent="-317500" lvl="0" marL="457200" rtl="0" algn="l">
              <a:spcBef>
                <a:spcPts val="0"/>
              </a:spcBef>
              <a:spcAft>
                <a:spcPts val="0"/>
              </a:spcAft>
              <a:buSzPts val="1400"/>
              <a:buChar char="●"/>
            </a:pPr>
            <a:r>
              <a:rPr lang="es"/>
              <a:t>cerradas por quincena - OK</a:t>
            </a:r>
            <a:endParaRPr/>
          </a:p>
          <a:p>
            <a:pPr indent="-317500" lvl="0" marL="457200" rtl="0" algn="l">
              <a:spcBef>
                <a:spcPts val="0"/>
              </a:spcBef>
              <a:spcAft>
                <a:spcPts val="0"/>
              </a:spcAft>
              <a:buSzPts val="1400"/>
              <a:buChar char="●"/>
            </a:pPr>
            <a:r>
              <a:rPr lang="es"/>
              <a:t>incidencias maestras - OK </a:t>
            </a:r>
            <a:endParaRPr/>
          </a:p>
          <a:p>
            <a:pPr indent="-317500" lvl="0" marL="457200" rtl="0" algn="l">
              <a:spcBef>
                <a:spcPts val="0"/>
              </a:spcBef>
              <a:spcAft>
                <a:spcPts val="0"/>
              </a:spcAft>
              <a:buSzPts val="1400"/>
              <a:buChar char="●"/>
            </a:pPr>
            <a:r>
              <a:rPr lang="es"/>
              <a:t>tiempos de resolución - OK</a:t>
            </a:r>
            <a:endParaRPr/>
          </a:p>
          <a:p>
            <a:pPr indent="0" lvl="0" marL="457200" rtl="0" algn="l">
              <a:spcBef>
                <a:spcPts val="0"/>
              </a:spcBef>
              <a:spcAft>
                <a:spcPts val="0"/>
              </a:spcAft>
              <a:buNone/>
            </a:pPr>
            <a:r>
              <a:t/>
            </a:r>
            <a:endParaRPr/>
          </a:p>
          <a:p>
            <a:pPr indent="0" lvl="0" marL="0" rtl="0" algn="l">
              <a:spcBef>
                <a:spcPts val="0"/>
              </a:spcBef>
              <a:spcAft>
                <a:spcPts val="0"/>
              </a:spcAft>
              <a:buNone/>
            </a:pPr>
            <a:r>
              <a:rPr lang="es"/>
              <a:t>Lámina 2. TENDENCIAS </a:t>
            </a:r>
            <a:endParaRPr/>
          </a:p>
          <a:p>
            <a:pPr indent="-317500" lvl="0" marL="457200" rtl="0" algn="l">
              <a:spcBef>
                <a:spcPts val="0"/>
              </a:spcBef>
              <a:spcAft>
                <a:spcPts val="0"/>
              </a:spcAft>
              <a:buSzPts val="1400"/>
              <a:buChar char="●"/>
            </a:pPr>
            <a:r>
              <a:rPr lang="es"/>
              <a:t>4-5 gráficas </a:t>
            </a:r>
            <a:endParaRPr/>
          </a:p>
          <a:p>
            <a:pPr indent="-317500" lvl="1" marL="1371600" rtl="0" algn="l">
              <a:spcBef>
                <a:spcPts val="0"/>
              </a:spcBef>
              <a:spcAft>
                <a:spcPts val="0"/>
              </a:spcAft>
              <a:buSzPts val="1400"/>
              <a:buChar char="○"/>
            </a:pPr>
            <a:r>
              <a:rPr lang="es"/>
              <a:t>trayectoria (abiertas / cerradas) </a:t>
            </a:r>
            <a:endParaRPr/>
          </a:p>
          <a:p>
            <a:pPr indent="-317500" lvl="1" marL="1371600" rtl="0" algn="l">
              <a:spcBef>
                <a:spcPts val="0"/>
              </a:spcBef>
              <a:spcAft>
                <a:spcPts val="0"/>
              </a:spcAft>
              <a:buSzPts val="1400"/>
              <a:buChar char="○"/>
            </a:pPr>
            <a:r>
              <a:rPr lang="es"/>
              <a:t>tiempo medio de resolución (zoom &gt; en funcion del tipo de incidencia)</a:t>
            </a:r>
            <a:endParaRPr/>
          </a:p>
          <a:p>
            <a:pPr indent="-317500" lvl="1" marL="1371600" rtl="0" algn="l">
              <a:spcBef>
                <a:spcPts val="0"/>
              </a:spcBef>
              <a:spcAft>
                <a:spcPts val="0"/>
              </a:spcAft>
              <a:buSzPts val="1400"/>
              <a:buChar char="○"/>
            </a:pPr>
            <a:r>
              <a:rPr lang="es"/>
              <a:t>cuántas incidencias me van abriendo respecto al periodo anterior</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Lámina 3. ANÁLISIS MÁS PROFUNDO</a:t>
            </a:r>
            <a:endParaRPr/>
          </a:p>
          <a:p>
            <a:pPr indent="-317500" lvl="0" marL="457200" rtl="0" algn="l">
              <a:spcBef>
                <a:spcPts val="0"/>
              </a:spcBef>
              <a:spcAft>
                <a:spcPts val="0"/>
              </a:spcAft>
              <a:buSzPts val="1400"/>
              <a:buChar char="●"/>
            </a:pPr>
            <a:r>
              <a:rPr lang="es"/>
              <a:t>Comentar incidencias maestras con muchos usuarios afectados/alto impacto (casuistica, nº clientes, estado de la resolucion, plan de mitigación a futuro (“acciones correctivas)</a:t>
            </a:r>
            <a:endParaRPr/>
          </a:p>
          <a:p>
            <a:pPr indent="-317500" lvl="0" marL="457200" rtl="0" algn="l">
              <a:spcBef>
                <a:spcPts val="0"/>
              </a:spcBef>
              <a:spcAft>
                <a:spcPts val="0"/>
              </a:spcAft>
              <a:buSzPts val="1400"/>
              <a:buChar char="●"/>
            </a:pPr>
            <a:r>
              <a:rPr lang="es"/>
              <a:t>intentar reflejar aprendizaje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8"/>
          <p:cNvSpPr/>
          <p:nvPr/>
        </p:nvSpPr>
        <p:spPr>
          <a:xfrm>
            <a:off x="348300" y="278925"/>
            <a:ext cx="8460900" cy="4520100"/>
          </a:xfrm>
          <a:prstGeom prst="roundRect">
            <a:avLst>
              <a:gd fmla="val 4831" name="adj"/>
            </a:avLst>
          </a:prstGeom>
          <a:solidFill>
            <a:srgbClr val="00139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p38"/>
          <p:cNvSpPr txBox="1"/>
          <p:nvPr/>
        </p:nvSpPr>
        <p:spPr>
          <a:xfrm>
            <a:off x="714725" y="2240850"/>
            <a:ext cx="7591200" cy="12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5000">
                <a:solidFill>
                  <a:srgbClr val="FFFFFF"/>
                </a:solidFill>
                <a:latin typeface="Source Serif 4"/>
                <a:ea typeface="Source Serif 4"/>
                <a:cs typeface="Source Serif 4"/>
                <a:sym typeface="Source Serif 4"/>
              </a:rPr>
              <a:t>Dashboard de KPIs</a:t>
            </a:r>
            <a:endParaRPr b="1" sz="2000">
              <a:solidFill>
                <a:schemeClr val="accent6"/>
              </a:solidFill>
              <a:latin typeface="Source Serif 4"/>
              <a:ea typeface="Source Serif 4"/>
              <a:cs typeface="Source Serif 4"/>
              <a:sym typeface="Source Serif 4"/>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9"/>
          <p:cNvSpPr/>
          <p:nvPr/>
        </p:nvSpPr>
        <p:spPr>
          <a:xfrm>
            <a:off x="241450" y="2048250"/>
            <a:ext cx="4295700" cy="2788500"/>
          </a:xfrm>
          <a:prstGeom prst="roundRect">
            <a:avLst>
              <a:gd fmla="val 4329" name="adj"/>
            </a:avLst>
          </a:prstGeom>
          <a:solidFill>
            <a:srgbClr val="ECF7FF"/>
          </a:solidFill>
          <a:ln cap="flat" cmpd="sng" w="9525">
            <a:solidFill>
              <a:schemeClr val="dk1"/>
            </a:solidFill>
            <a:prstDash val="solid"/>
            <a:round/>
            <a:headEnd len="sm" w="sm" type="none"/>
            <a:tailEnd len="sm" w="sm" type="none"/>
          </a:ln>
        </p:spPr>
        <p:txBody>
          <a:bodyPr anchorCtr="0" anchor="t" bIns="0" lIns="18000" spcFirstLastPara="1" rIns="18000" wrap="square" tIns="90000">
            <a:noAutofit/>
          </a:bodyPr>
          <a:lstStyle/>
          <a:p>
            <a:pPr indent="0" lvl="0" marL="0" rtl="0" algn="ctr">
              <a:spcBef>
                <a:spcPts val="0"/>
              </a:spcBef>
              <a:spcAft>
                <a:spcPts val="0"/>
              </a:spcAft>
              <a:buNone/>
            </a:pPr>
            <a:r>
              <a:rPr b="1" lang="es" sz="1200">
                <a:solidFill>
                  <a:schemeClr val="dk1"/>
                </a:solidFill>
                <a:latin typeface="Lato"/>
                <a:ea typeface="Lato"/>
                <a:cs typeface="Lato"/>
                <a:sym typeface="Lato"/>
              </a:rPr>
              <a:t>Resumen quincenal</a:t>
            </a:r>
            <a:endParaRPr b="1" sz="1200">
              <a:solidFill>
                <a:schemeClr val="dk1"/>
              </a:solidFill>
              <a:latin typeface="Lato"/>
              <a:ea typeface="Lato"/>
              <a:cs typeface="Lato"/>
              <a:sym typeface="Lato"/>
            </a:endParaRPr>
          </a:p>
        </p:txBody>
      </p:sp>
      <p:sp>
        <p:nvSpPr>
          <p:cNvPr id="146" name="Google Shape;146;p39"/>
          <p:cNvSpPr/>
          <p:nvPr/>
        </p:nvSpPr>
        <p:spPr>
          <a:xfrm>
            <a:off x="241450" y="594150"/>
            <a:ext cx="8568000" cy="1293300"/>
          </a:xfrm>
          <a:prstGeom prst="roundRect">
            <a:avLst>
              <a:gd fmla="val 4329" name="adj"/>
            </a:avLst>
          </a:prstGeom>
          <a:solidFill>
            <a:schemeClr val="lt1"/>
          </a:solidFill>
          <a:ln cap="flat" cmpd="sng" w="9525">
            <a:solidFill>
              <a:schemeClr val="dk1"/>
            </a:solidFill>
            <a:prstDash val="solid"/>
            <a:round/>
            <a:headEnd len="sm" w="sm" type="none"/>
            <a:tailEnd len="sm" w="sm" type="none"/>
          </a:ln>
        </p:spPr>
        <p:txBody>
          <a:bodyPr anchorCtr="0" anchor="t" bIns="0" lIns="18000" spcFirstLastPara="1" rIns="18000" wrap="square" tIns="90000">
            <a:noAutofit/>
          </a:bodyPr>
          <a:lstStyle/>
          <a:p>
            <a:pPr indent="0" lvl="0" marL="0" rtl="0" algn="ctr">
              <a:spcBef>
                <a:spcPts val="0"/>
              </a:spcBef>
              <a:spcAft>
                <a:spcPts val="0"/>
              </a:spcAft>
              <a:buNone/>
            </a:pPr>
            <a:r>
              <a:rPr b="1" lang="es" sz="1300">
                <a:solidFill>
                  <a:srgbClr val="04137B"/>
                </a:solidFill>
                <a:latin typeface="Lato"/>
                <a:ea typeface="Lato"/>
                <a:cs typeface="Lato"/>
                <a:sym typeface="Lato"/>
              </a:rPr>
              <a:t>Incidencias abiertas por criticidad</a:t>
            </a:r>
            <a:endParaRPr b="1" sz="1200">
              <a:solidFill>
                <a:srgbClr val="001391"/>
              </a:solidFill>
              <a:latin typeface="Lato"/>
              <a:ea typeface="Lato"/>
              <a:cs typeface="Lato"/>
              <a:sym typeface="Lato"/>
            </a:endParaRPr>
          </a:p>
        </p:txBody>
      </p:sp>
      <p:sp>
        <p:nvSpPr>
          <p:cNvPr id="147" name="Google Shape;147;p39"/>
          <p:cNvSpPr txBox="1"/>
          <p:nvPr/>
        </p:nvSpPr>
        <p:spPr>
          <a:xfrm>
            <a:off x="241450" y="83550"/>
            <a:ext cx="8902500" cy="49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2200">
                <a:solidFill>
                  <a:srgbClr val="04138B"/>
                </a:solidFill>
                <a:latin typeface="Source Serif 4"/>
                <a:ea typeface="Source Serif 4"/>
                <a:cs typeface="Source Serif 4"/>
                <a:sym typeface="Source Serif 4"/>
              </a:rPr>
              <a:t>Seguimiento de incidencias - Resumen ejecutivo</a:t>
            </a:r>
            <a:endParaRPr b="1" sz="2200">
              <a:solidFill>
                <a:srgbClr val="04138B"/>
              </a:solidFill>
              <a:latin typeface="Source Serif 4"/>
              <a:ea typeface="Source Serif 4"/>
              <a:cs typeface="Source Serif 4"/>
              <a:sym typeface="Source Serif 4"/>
            </a:endParaRPr>
          </a:p>
        </p:txBody>
      </p:sp>
      <p:sp>
        <p:nvSpPr>
          <p:cNvPr id="148" name="Google Shape;148;p39"/>
          <p:cNvSpPr/>
          <p:nvPr/>
        </p:nvSpPr>
        <p:spPr>
          <a:xfrm>
            <a:off x="414300" y="1038974"/>
            <a:ext cx="2629800" cy="756000"/>
          </a:xfrm>
          <a:prstGeom prst="roundRect">
            <a:avLst>
              <a:gd fmla="val 18197" name="adj"/>
            </a:avLst>
          </a:prstGeom>
          <a:solidFill>
            <a:schemeClr val="dk1"/>
          </a:solidFill>
          <a:ln>
            <a:noFill/>
          </a:ln>
        </p:spPr>
        <p:txBody>
          <a:bodyPr anchorCtr="0" anchor="t" bIns="180000" lIns="72000" spcFirstLastPara="1" rIns="36000" wrap="square" tIns="0">
            <a:noAutofit/>
          </a:bodyPr>
          <a:lstStyle/>
          <a:p>
            <a:pPr indent="0" lvl="0" marL="0" rtl="0" algn="l">
              <a:lnSpc>
                <a:spcPct val="90000"/>
              </a:lnSpc>
              <a:spcBef>
                <a:spcPts val="0"/>
              </a:spcBef>
              <a:spcAft>
                <a:spcPts val="0"/>
              </a:spcAft>
              <a:buNone/>
            </a:pPr>
            <a:r>
              <a:rPr b="1" lang="es" sz="3500">
                <a:solidFill>
                  <a:schemeClr val="lt1"/>
                </a:solidFill>
                <a:latin typeface="Lato"/>
                <a:ea typeface="Lato"/>
                <a:cs typeface="Lato"/>
                <a:sym typeface="Lato"/>
              </a:rPr>
              <a:t>30</a:t>
            </a:r>
            <a:br>
              <a:rPr b="1" lang="es" sz="3500">
                <a:solidFill>
                  <a:schemeClr val="lt1"/>
                </a:solidFill>
                <a:latin typeface="Lato"/>
                <a:ea typeface="Lato"/>
                <a:cs typeface="Lato"/>
                <a:sym typeface="Lato"/>
              </a:rPr>
            </a:br>
            <a:r>
              <a:rPr b="1" lang="es" sz="1200">
                <a:solidFill>
                  <a:schemeClr val="lt1"/>
                </a:solidFill>
                <a:latin typeface="Lato"/>
                <a:ea typeface="Lato"/>
                <a:cs typeface="Lato"/>
                <a:sym typeface="Lato"/>
              </a:rPr>
              <a:t>INCIDENCIAS ABIERTAS EN TOTAL</a:t>
            </a:r>
            <a:endParaRPr b="1" sz="1200">
              <a:solidFill>
                <a:schemeClr val="lt1"/>
              </a:solidFill>
              <a:latin typeface="Lato"/>
              <a:ea typeface="Lato"/>
              <a:cs typeface="Lato"/>
              <a:sym typeface="Lato"/>
            </a:endParaRPr>
          </a:p>
          <a:p>
            <a:pPr indent="0" lvl="0" marL="0" rtl="0" algn="l">
              <a:lnSpc>
                <a:spcPct val="90000"/>
              </a:lnSpc>
              <a:spcBef>
                <a:spcPts val="0"/>
              </a:spcBef>
              <a:spcAft>
                <a:spcPts val="0"/>
              </a:spcAft>
              <a:buNone/>
            </a:pPr>
            <a:r>
              <a:t/>
            </a:r>
            <a:endParaRPr b="1" sz="1200">
              <a:solidFill>
                <a:schemeClr val="lt1"/>
              </a:solidFill>
              <a:latin typeface="Lato"/>
              <a:ea typeface="Lato"/>
              <a:cs typeface="Lato"/>
              <a:sym typeface="Lato"/>
            </a:endParaRPr>
          </a:p>
        </p:txBody>
      </p:sp>
      <p:sp>
        <p:nvSpPr>
          <p:cNvPr id="149" name="Google Shape;149;p39"/>
          <p:cNvSpPr/>
          <p:nvPr/>
        </p:nvSpPr>
        <p:spPr>
          <a:xfrm>
            <a:off x="3210563" y="1039068"/>
            <a:ext cx="2629800" cy="756000"/>
          </a:xfrm>
          <a:prstGeom prst="roundRect">
            <a:avLst>
              <a:gd fmla="val 18197" name="adj"/>
            </a:avLst>
          </a:prstGeom>
          <a:solidFill>
            <a:srgbClr val="FDB7B7">
              <a:alpha val="27669"/>
            </a:srgbClr>
          </a:solidFill>
          <a:ln cap="flat" cmpd="sng" w="9525">
            <a:solidFill>
              <a:schemeClr val="dk1"/>
            </a:solidFill>
            <a:prstDash val="solid"/>
            <a:round/>
            <a:headEnd len="sm" w="sm" type="none"/>
            <a:tailEnd len="sm" w="sm" type="none"/>
          </a:ln>
        </p:spPr>
        <p:txBody>
          <a:bodyPr anchorCtr="0" anchor="t" bIns="180000" lIns="108000" spcFirstLastPara="1" rIns="108000" wrap="square" tIns="0">
            <a:noAutofit/>
          </a:bodyPr>
          <a:lstStyle/>
          <a:p>
            <a:pPr indent="0" lvl="0" marL="0" rtl="0" algn="l">
              <a:lnSpc>
                <a:spcPct val="90000"/>
              </a:lnSpc>
              <a:spcBef>
                <a:spcPts val="0"/>
              </a:spcBef>
              <a:spcAft>
                <a:spcPts val="0"/>
              </a:spcAft>
              <a:buNone/>
            </a:pPr>
            <a:r>
              <a:rPr b="1" lang="es" sz="3500">
                <a:solidFill>
                  <a:srgbClr val="04138B"/>
                </a:solidFill>
                <a:latin typeface="Lato"/>
                <a:ea typeface="Lato"/>
                <a:cs typeface="Lato"/>
                <a:sym typeface="Lato"/>
              </a:rPr>
              <a:t>5</a:t>
            </a:r>
            <a:r>
              <a:rPr b="1" lang="es" sz="2600">
                <a:solidFill>
                  <a:srgbClr val="04138B"/>
                </a:solidFill>
                <a:latin typeface="Lato"/>
                <a:ea typeface="Lato"/>
                <a:cs typeface="Lato"/>
                <a:sym typeface="Lato"/>
              </a:rPr>
              <a:t> </a:t>
            </a:r>
            <a:br>
              <a:rPr b="1" lang="es" sz="2600">
                <a:solidFill>
                  <a:srgbClr val="04138B"/>
                </a:solidFill>
                <a:latin typeface="Lato"/>
                <a:ea typeface="Lato"/>
                <a:cs typeface="Lato"/>
                <a:sym typeface="Lato"/>
              </a:rPr>
            </a:br>
            <a:r>
              <a:rPr b="1" lang="es" sz="1200">
                <a:solidFill>
                  <a:srgbClr val="04138B"/>
                </a:solidFill>
                <a:latin typeface="Lato"/>
                <a:ea typeface="Lato"/>
                <a:cs typeface="Lato"/>
                <a:sym typeface="Lato"/>
              </a:rPr>
              <a:t>INCIDENCIAS MAESTRAS</a:t>
            </a:r>
            <a:endParaRPr b="1" sz="1200">
              <a:solidFill>
                <a:srgbClr val="04138B"/>
              </a:solidFill>
              <a:latin typeface="Lato"/>
              <a:ea typeface="Lato"/>
              <a:cs typeface="Lato"/>
              <a:sym typeface="Lato"/>
            </a:endParaRPr>
          </a:p>
        </p:txBody>
      </p:sp>
      <p:sp>
        <p:nvSpPr>
          <p:cNvPr id="150" name="Google Shape;150;p39"/>
          <p:cNvSpPr/>
          <p:nvPr/>
        </p:nvSpPr>
        <p:spPr>
          <a:xfrm>
            <a:off x="6006825" y="1039068"/>
            <a:ext cx="2629800" cy="756000"/>
          </a:xfrm>
          <a:prstGeom prst="roundRect">
            <a:avLst>
              <a:gd fmla="val 18197" name="adj"/>
            </a:avLst>
          </a:prstGeom>
          <a:solidFill>
            <a:srgbClr val="F9E876">
              <a:alpha val="45570"/>
            </a:srgbClr>
          </a:solidFill>
          <a:ln cap="flat" cmpd="sng" w="9525">
            <a:solidFill>
              <a:schemeClr val="dk1"/>
            </a:solidFill>
            <a:prstDash val="solid"/>
            <a:round/>
            <a:headEnd len="sm" w="sm" type="none"/>
            <a:tailEnd len="sm" w="sm" type="none"/>
          </a:ln>
        </p:spPr>
        <p:txBody>
          <a:bodyPr anchorCtr="0" anchor="t" bIns="180000" lIns="108000" spcFirstLastPara="1" rIns="108000" wrap="square" tIns="0">
            <a:noAutofit/>
          </a:bodyPr>
          <a:lstStyle/>
          <a:p>
            <a:pPr indent="0" lvl="0" marL="0" rtl="0" algn="l">
              <a:lnSpc>
                <a:spcPct val="90000"/>
              </a:lnSpc>
              <a:spcBef>
                <a:spcPts val="0"/>
              </a:spcBef>
              <a:spcAft>
                <a:spcPts val="0"/>
              </a:spcAft>
              <a:buNone/>
            </a:pPr>
            <a:r>
              <a:rPr b="1" lang="es" sz="3500">
                <a:solidFill>
                  <a:srgbClr val="04138B"/>
                </a:solidFill>
                <a:latin typeface="Lato"/>
                <a:ea typeface="Lato"/>
                <a:cs typeface="Lato"/>
                <a:sym typeface="Lato"/>
              </a:rPr>
              <a:t>25 </a:t>
            </a:r>
            <a:br>
              <a:rPr b="1" lang="es" sz="3500">
                <a:solidFill>
                  <a:srgbClr val="04138B"/>
                </a:solidFill>
                <a:latin typeface="Lato"/>
                <a:ea typeface="Lato"/>
                <a:cs typeface="Lato"/>
                <a:sym typeface="Lato"/>
              </a:rPr>
            </a:br>
            <a:r>
              <a:rPr b="1" lang="es" sz="1200">
                <a:solidFill>
                  <a:srgbClr val="04138B"/>
                </a:solidFill>
                <a:latin typeface="Lato"/>
                <a:ea typeface="Lato"/>
                <a:cs typeface="Lato"/>
                <a:sym typeface="Lato"/>
              </a:rPr>
              <a:t>OTRAS INCIDENCIAS</a:t>
            </a:r>
            <a:endParaRPr b="1" sz="1200">
              <a:solidFill>
                <a:srgbClr val="04138B"/>
              </a:solidFill>
              <a:latin typeface="Lato"/>
              <a:ea typeface="Lato"/>
              <a:cs typeface="Lato"/>
              <a:sym typeface="Lato"/>
            </a:endParaRPr>
          </a:p>
          <a:p>
            <a:pPr indent="0" lvl="0" marL="0" rtl="0" algn="l">
              <a:lnSpc>
                <a:spcPct val="115000"/>
              </a:lnSpc>
              <a:spcBef>
                <a:spcPts val="0"/>
              </a:spcBef>
              <a:spcAft>
                <a:spcPts val="250"/>
              </a:spcAft>
              <a:buNone/>
            </a:pPr>
            <a:r>
              <a:t/>
            </a:r>
            <a:endParaRPr b="1" sz="1200">
              <a:solidFill>
                <a:srgbClr val="001391"/>
              </a:solidFill>
              <a:latin typeface="Lato"/>
              <a:ea typeface="Lato"/>
              <a:cs typeface="Lato"/>
              <a:sym typeface="Lato"/>
            </a:endParaRPr>
          </a:p>
        </p:txBody>
      </p:sp>
      <p:pic>
        <p:nvPicPr>
          <p:cNvPr id="151" name="Google Shape;151;p39" title="info-glass-XXL.png">
            <a:hlinkClick action="ppaction://hlinksldjump" r:id="rId4"/>
          </p:cNvPr>
          <p:cNvPicPr preferRelativeResize="0"/>
          <p:nvPr/>
        </p:nvPicPr>
        <p:blipFill>
          <a:blip r:embed="rId5">
            <a:alphaModFix/>
          </a:blip>
          <a:stretch>
            <a:fillRect/>
          </a:stretch>
        </p:blipFill>
        <p:spPr>
          <a:xfrm>
            <a:off x="4827683" y="1099891"/>
            <a:ext cx="170900" cy="163325"/>
          </a:xfrm>
          <a:prstGeom prst="rect">
            <a:avLst/>
          </a:prstGeom>
          <a:noFill/>
          <a:ln>
            <a:noFill/>
          </a:ln>
        </p:spPr>
      </p:pic>
      <p:sp>
        <p:nvSpPr>
          <p:cNvPr id="152" name="Google Shape;152;p39">
            <a:hlinkClick action="ppaction://hlinksldjump" r:id="rId6"/>
          </p:cNvPr>
          <p:cNvSpPr txBox="1"/>
          <p:nvPr/>
        </p:nvSpPr>
        <p:spPr>
          <a:xfrm>
            <a:off x="5036332" y="1141193"/>
            <a:ext cx="926100" cy="115500"/>
          </a:xfrm>
          <a:prstGeom prst="rect">
            <a:avLst/>
          </a:prstGeom>
          <a:noFill/>
          <a:ln>
            <a:noFill/>
          </a:ln>
        </p:spPr>
        <p:txBody>
          <a:bodyPr anchorCtr="0" anchor="t" bIns="0" lIns="0" spcFirstLastPara="1" rIns="0" wrap="square" tIns="0">
            <a:spAutoFit/>
          </a:bodyPr>
          <a:lstStyle/>
          <a:p>
            <a:pPr indent="0" lvl="0" marL="0" rtl="0" algn="l">
              <a:lnSpc>
                <a:spcPct val="75000"/>
              </a:lnSpc>
              <a:spcBef>
                <a:spcPts val="0"/>
              </a:spcBef>
              <a:spcAft>
                <a:spcPts val="0"/>
              </a:spcAft>
              <a:buNone/>
            </a:pPr>
            <a:r>
              <a:rPr b="1" lang="es" sz="1000">
                <a:solidFill>
                  <a:schemeClr val="hlink"/>
                </a:solidFill>
                <a:uFill>
                  <a:noFill/>
                </a:uFill>
                <a:latin typeface="Source Serif 4"/>
                <a:ea typeface="Source Serif 4"/>
                <a:cs typeface="Source Serif 4"/>
                <a:sym typeface="Source Serif 4"/>
                <a:hlinkClick action="ppaction://hlinksldjump" r:id="rId7"/>
              </a:rPr>
              <a:t>Ver detalle</a:t>
            </a:r>
            <a:endParaRPr sz="1000">
              <a:solidFill>
                <a:srgbClr val="001391"/>
              </a:solidFill>
            </a:endParaRPr>
          </a:p>
        </p:txBody>
      </p:sp>
      <p:sp>
        <p:nvSpPr>
          <p:cNvPr id="153" name="Google Shape;153;p39"/>
          <p:cNvSpPr/>
          <p:nvPr/>
        </p:nvSpPr>
        <p:spPr>
          <a:xfrm>
            <a:off x="369250" y="3248651"/>
            <a:ext cx="3994500" cy="665400"/>
          </a:xfrm>
          <a:prstGeom prst="roundRect">
            <a:avLst>
              <a:gd fmla="val 18197" name="adj"/>
            </a:avLst>
          </a:prstGeom>
          <a:solidFill>
            <a:schemeClr val="lt1"/>
          </a:solidFill>
          <a:ln cap="flat" cmpd="sng" w="9525">
            <a:solidFill>
              <a:schemeClr val="dk1"/>
            </a:solidFill>
            <a:prstDash val="solid"/>
            <a:round/>
            <a:headEnd len="sm" w="sm" type="none"/>
            <a:tailEnd len="sm" w="sm" type="none"/>
          </a:ln>
        </p:spPr>
        <p:txBody>
          <a:bodyPr anchorCtr="0" anchor="t" bIns="180000" lIns="72000" spcFirstLastPara="1" rIns="0" wrap="square" tIns="72000">
            <a:noAutofit/>
          </a:bodyPr>
          <a:lstStyle/>
          <a:p>
            <a:pPr indent="0" lvl="0" marL="0" rtl="0" algn="l">
              <a:lnSpc>
                <a:spcPct val="115000"/>
              </a:lnSpc>
              <a:spcBef>
                <a:spcPts val="0"/>
              </a:spcBef>
              <a:spcAft>
                <a:spcPts val="250"/>
              </a:spcAft>
              <a:buNone/>
            </a:pPr>
            <a:r>
              <a:rPr b="1" lang="es" sz="2500">
                <a:solidFill>
                  <a:srgbClr val="04138B"/>
                </a:solidFill>
                <a:latin typeface="Lato"/>
                <a:ea typeface="Lato"/>
                <a:cs typeface="Lato"/>
                <a:sym typeface="Lato"/>
              </a:rPr>
              <a:t>3 </a:t>
            </a:r>
            <a:r>
              <a:rPr b="1" lang="es" sz="1200">
                <a:solidFill>
                  <a:schemeClr val="dk1"/>
                </a:solidFill>
                <a:latin typeface="Lato"/>
                <a:ea typeface="Lato"/>
                <a:cs typeface="Lato"/>
                <a:sym typeface="Lato"/>
              </a:rPr>
              <a:t>INCIDENCIAS CERRADAS</a:t>
            </a:r>
            <a:endParaRPr b="1" sz="1200">
              <a:solidFill>
                <a:schemeClr val="dk1"/>
              </a:solidFill>
              <a:latin typeface="Lato"/>
              <a:ea typeface="Lato"/>
              <a:cs typeface="Lato"/>
              <a:sym typeface="Lato"/>
            </a:endParaRPr>
          </a:p>
        </p:txBody>
      </p:sp>
      <p:sp>
        <p:nvSpPr>
          <p:cNvPr id="154" name="Google Shape;154;p39"/>
          <p:cNvSpPr txBox="1"/>
          <p:nvPr/>
        </p:nvSpPr>
        <p:spPr>
          <a:xfrm>
            <a:off x="2566722" y="3291047"/>
            <a:ext cx="481800" cy="24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rgbClr val="38761D"/>
                </a:solidFill>
                <a:latin typeface="Lato"/>
                <a:ea typeface="Lato"/>
                <a:cs typeface="Lato"/>
                <a:sym typeface="Lato"/>
              </a:rPr>
              <a:t>38%</a:t>
            </a:r>
            <a:endParaRPr sz="1100">
              <a:solidFill>
                <a:srgbClr val="38761D"/>
              </a:solidFill>
              <a:latin typeface="Lato"/>
              <a:ea typeface="Lato"/>
              <a:cs typeface="Lato"/>
              <a:sym typeface="Lato"/>
            </a:endParaRPr>
          </a:p>
        </p:txBody>
      </p:sp>
      <p:sp>
        <p:nvSpPr>
          <p:cNvPr id="155" name="Google Shape;155;p39"/>
          <p:cNvSpPr/>
          <p:nvPr/>
        </p:nvSpPr>
        <p:spPr>
          <a:xfrm rot="10800000">
            <a:off x="2515116" y="3423993"/>
            <a:ext cx="109500" cy="90000"/>
          </a:xfrm>
          <a:prstGeom prst="triangle">
            <a:avLst>
              <a:gd fmla="val 50000" name="adj"/>
            </a:avLst>
          </a:prstGeom>
          <a:solidFill>
            <a:srgbClr val="3876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p39"/>
          <p:cNvSpPr/>
          <p:nvPr/>
        </p:nvSpPr>
        <p:spPr>
          <a:xfrm>
            <a:off x="369250" y="4049301"/>
            <a:ext cx="3994500" cy="665400"/>
          </a:xfrm>
          <a:prstGeom prst="roundRect">
            <a:avLst>
              <a:gd fmla="val 18197" name="adj"/>
            </a:avLst>
          </a:prstGeom>
          <a:solidFill>
            <a:schemeClr val="lt1"/>
          </a:solidFill>
          <a:ln cap="flat" cmpd="sng" w="9525">
            <a:solidFill>
              <a:schemeClr val="dk1"/>
            </a:solidFill>
            <a:prstDash val="solid"/>
            <a:round/>
            <a:headEnd len="sm" w="sm" type="none"/>
            <a:tailEnd len="sm" w="sm" type="none"/>
          </a:ln>
        </p:spPr>
        <p:txBody>
          <a:bodyPr anchorCtr="0" anchor="t" bIns="180000" lIns="72000" spcFirstLastPara="1" rIns="0" wrap="square" tIns="72000">
            <a:noAutofit/>
          </a:bodyPr>
          <a:lstStyle/>
          <a:p>
            <a:pPr indent="0" lvl="0" marL="0" rtl="0" algn="l">
              <a:lnSpc>
                <a:spcPct val="115000"/>
              </a:lnSpc>
              <a:spcBef>
                <a:spcPts val="0"/>
              </a:spcBef>
              <a:spcAft>
                <a:spcPts val="250"/>
              </a:spcAft>
              <a:buNone/>
            </a:pPr>
            <a:r>
              <a:rPr b="1" lang="es" sz="2500">
                <a:solidFill>
                  <a:srgbClr val="04138B"/>
                </a:solidFill>
                <a:latin typeface="Lato"/>
                <a:ea typeface="Lato"/>
                <a:cs typeface="Lato"/>
                <a:sym typeface="Lato"/>
              </a:rPr>
              <a:t>4 </a:t>
            </a:r>
            <a:r>
              <a:rPr b="1" lang="es" sz="1200">
                <a:solidFill>
                  <a:srgbClr val="001391"/>
                </a:solidFill>
                <a:latin typeface="Lato"/>
                <a:ea typeface="Lato"/>
                <a:cs typeface="Lato"/>
                <a:sym typeface="Lato"/>
              </a:rPr>
              <a:t>DÍAS DE RESOLUCIÓN </a:t>
            </a:r>
            <a:r>
              <a:rPr i="1" lang="es" sz="800">
                <a:solidFill>
                  <a:srgbClr val="001391"/>
                </a:solidFill>
                <a:latin typeface="Lato"/>
                <a:ea typeface="Lato"/>
                <a:cs typeface="Lato"/>
                <a:sym typeface="Lato"/>
              </a:rPr>
              <a:t>(EN PROMEDIO)</a:t>
            </a:r>
            <a:endParaRPr i="1" sz="800">
              <a:solidFill>
                <a:srgbClr val="001391"/>
              </a:solidFill>
              <a:latin typeface="Lato"/>
              <a:ea typeface="Lato"/>
              <a:cs typeface="Lato"/>
              <a:sym typeface="Lato"/>
            </a:endParaRPr>
          </a:p>
        </p:txBody>
      </p:sp>
      <p:sp>
        <p:nvSpPr>
          <p:cNvPr id="157" name="Google Shape;157;p39"/>
          <p:cNvSpPr txBox="1"/>
          <p:nvPr/>
        </p:nvSpPr>
        <p:spPr>
          <a:xfrm>
            <a:off x="3088685" y="4143052"/>
            <a:ext cx="481800" cy="24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rgbClr val="38761D"/>
                </a:solidFill>
                <a:latin typeface="Lato"/>
                <a:ea typeface="Lato"/>
                <a:cs typeface="Lato"/>
                <a:sym typeface="Lato"/>
              </a:rPr>
              <a:t>38%</a:t>
            </a:r>
            <a:endParaRPr sz="1100">
              <a:solidFill>
                <a:srgbClr val="38761D"/>
              </a:solidFill>
              <a:latin typeface="Lato"/>
              <a:ea typeface="Lato"/>
              <a:cs typeface="Lato"/>
              <a:sym typeface="Lato"/>
            </a:endParaRPr>
          </a:p>
        </p:txBody>
      </p:sp>
      <p:sp>
        <p:nvSpPr>
          <p:cNvPr id="158" name="Google Shape;158;p39"/>
          <p:cNvSpPr/>
          <p:nvPr/>
        </p:nvSpPr>
        <p:spPr>
          <a:xfrm rot="10800000">
            <a:off x="3037079" y="4275999"/>
            <a:ext cx="109500" cy="90000"/>
          </a:xfrm>
          <a:prstGeom prst="triangle">
            <a:avLst>
              <a:gd fmla="val 50000" name="adj"/>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39"/>
          <p:cNvSpPr/>
          <p:nvPr/>
        </p:nvSpPr>
        <p:spPr>
          <a:xfrm>
            <a:off x="369250" y="2448001"/>
            <a:ext cx="3994500" cy="665400"/>
          </a:xfrm>
          <a:prstGeom prst="roundRect">
            <a:avLst>
              <a:gd fmla="val 18197" name="adj"/>
            </a:avLst>
          </a:prstGeom>
          <a:solidFill>
            <a:schemeClr val="lt1"/>
          </a:solidFill>
          <a:ln cap="flat" cmpd="sng" w="9525">
            <a:solidFill>
              <a:schemeClr val="dk1"/>
            </a:solidFill>
            <a:prstDash val="solid"/>
            <a:round/>
            <a:headEnd len="sm" w="sm" type="none"/>
            <a:tailEnd len="sm" w="sm" type="none"/>
          </a:ln>
        </p:spPr>
        <p:txBody>
          <a:bodyPr anchorCtr="0" anchor="t" bIns="180000" lIns="72000" spcFirstLastPara="1" rIns="0" wrap="square" tIns="72000">
            <a:noAutofit/>
          </a:bodyPr>
          <a:lstStyle/>
          <a:p>
            <a:pPr indent="0" lvl="0" marL="0" rtl="0" algn="l">
              <a:lnSpc>
                <a:spcPct val="115000"/>
              </a:lnSpc>
              <a:spcBef>
                <a:spcPts val="0"/>
              </a:spcBef>
              <a:spcAft>
                <a:spcPts val="250"/>
              </a:spcAft>
              <a:buNone/>
            </a:pPr>
            <a:r>
              <a:rPr b="1" lang="es" sz="2500">
                <a:solidFill>
                  <a:srgbClr val="04138B"/>
                </a:solidFill>
                <a:latin typeface="Lato"/>
                <a:ea typeface="Lato"/>
                <a:cs typeface="Lato"/>
                <a:sym typeface="Lato"/>
              </a:rPr>
              <a:t>6 </a:t>
            </a:r>
            <a:r>
              <a:rPr b="1" lang="es" sz="1200">
                <a:solidFill>
                  <a:srgbClr val="001391"/>
                </a:solidFill>
                <a:latin typeface="Lato"/>
                <a:ea typeface="Lato"/>
                <a:cs typeface="Lato"/>
                <a:sym typeface="Lato"/>
              </a:rPr>
              <a:t>NUEVAS INCIDENCIAS</a:t>
            </a:r>
            <a:endParaRPr b="1" sz="1200">
              <a:solidFill>
                <a:srgbClr val="001391"/>
              </a:solidFill>
              <a:latin typeface="Lato"/>
              <a:ea typeface="Lato"/>
              <a:cs typeface="Lato"/>
              <a:sym typeface="Lato"/>
            </a:endParaRPr>
          </a:p>
        </p:txBody>
      </p:sp>
      <p:sp>
        <p:nvSpPr>
          <p:cNvPr id="160" name="Google Shape;160;p39"/>
          <p:cNvSpPr/>
          <p:nvPr/>
        </p:nvSpPr>
        <p:spPr>
          <a:xfrm>
            <a:off x="2903031" y="2499601"/>
            <a:ext cx="1540800" cy="562200"/>
          </a:xfrm>
          <a:prstGeom prst="rect">
            <a:avLst/>
          </a:prstGeom>
          <a:noFill/>
          <a:ln>
            <a:noFill/>
          </a:ln>
        </p:spPr>
        <p:txBody>
          <a:bodyPr anchorCtr="0" anchor="ctr" bIns="18000" lIns="90000" spcFirstLastPara="1" rIns="90000" wrap="square" tIns="18000">
            <a:noAutofit/>
          </a:bodyPr>
          <a:lstStyle/>
          <a:p>
            <a:pPr indent="0" lvl="0" marL="0" rtl="0" algn="l">
              <a:lnSpc>
                <a:spcPct val="100000"/>
              </a:lnSpc>
              <a:spcBef>
                <a:spcPts val="0"/>
              </a:spcBef>
              <a:spcAft>
                <a:spcPts val="0"/>
              </a:spcAft>
              <a:buNone/>
            </a:pPr>
            <a:r>
              <a:rPr b="1" lang="es" sz="1200">
                <a:solidFill>
                  <a:srgbClr val="04138B"/>
                </a:solidFill>
                <a:latin typeface="Lato"/>
                <a:ea typeface="Lato"/>
                <a:cs typeface="Lato"/>
                <a:sym typeface="Lato"/>
              </a:rPr>
              <a:t>ANTES</a:t>
            </a:r>
            <a:r>
              <a:rPr lang="es" sz="1200">
                <a:solidFill>
                  <a:srgbClr val="04138B"/>
                </a:solidFill>
                <a:latin typeface="Lato Light"/>
                <a:ea typeface="Lato Light"/>
                <a:cs typeface="Lato Light"/>
                <a:sym typeface="Lato Light"/>
              </a:rPr>
              <a:t>: 2</a:t>
            </a:r>
            <a:endParaRPr sz="1200">
              <a:solidFill>
                <a:srgbClr val="04138B"/>
              </a:solidFill>
              <a:latin typeface="Lato Light"/>
              <a:ea typeface="Lato Light"/>
              <a:cs typeface="Lato Light"/>
              <a:sym typeface="Lato Light"/>
            </a:endParaRPr>
          </a:p>
          <a:p>
            <a:pPr indent="0" lvl="0" marL="0" rtl="0" algn="l">
              <a:lnSpc>
                <a:spcPct val="100000"/>
              </a:lnSpc>
              <a:spcBef>
                <a:spcPts val="0"/>
              </a:spcBef>
              <a:spcAft>
                <a:spcPts val="0"/>
              </a:spcAft>
              <a:buNone/>
            </a:pPr>
            <a:r>
              <a:rPr b="1" lang="es" sz="1200">
                <a:solidFill>
                  <a:srgbClr val="04138B"/>
                </a:solidFill>
                <a:latin typeface="Lato"/>
                <a:ea typeface="Lato"/>
                <a:cs typeface="Lato"/>
                <a:sym typeface="Lato"/>
              </a:rPr>
              <a:t>AHORA</a:t>
            </a:r>
            <a:r>
              <a:rPr lang="es" sz="1200">
                <a:solidFill>
                  <a:srgbClr val="04138B"/>
                </a:solidFill>
                <a:latin typeface="Lato Light"/>
                <a:ea typeface="Lato Light"/>
                <a:cs typeface="Lato Light"/>
                <a:sym typeface="Lato Light"/>
              </a:rPr>
              <a:t>: 5            </a:t>
            </a:r>
            <a:endParaRPr sz="1200">
              <a:solidFill>
                <a:srgbClr val="04138B"/>
              </a:solidFill>
              <a:latin typeface="Lato Light"/>
              <a:ea typeface="Lato Light"/>
              <a:cs typeface="Lato Light"/>
              <a:sym typeface="Lato Light"/>
            </a:endParaRPr>
          </a:p>
          <a:p>
            <a:pPr indent="0" lvl="0" marL="0" rtl="0" algn="l">
              <a:lnSpc>
                <a:spcPct val="100000"/>
              </a:lnSpc>
              <a:spcBef>
                <a:spcPts val="0"/>
              </a:spcBef>
              <a:spcAft>
                <a:spcPts val="0"/>
              </a:spcAft>
              <a:buNone/>
            </a:pPr>
            <a:r>
              <a:rPr b="1" lang="es" sz="1200">
                <a:solidFill>
                  <a:srgbClr val="04138B"/>
                </a:solidFill>
                <a:latin typeface="Lato"/>
                <a:ea typeface="Lato"/>
                <a:cs typeface="Lato"/>
                <a:sym typeface="Lato"/>
              </a:rPr>
              <a:t>ACUMULADO</a:t>
            </a:r>
            <a:r>
              <a:rPr lang="es" sz="1200">
                <a:solidFill>
                  <a:srgbClr val="04138B"/>
                </a:solidFill>
                <a:latin typeface="Lato Light"/>
                <a:ea typeface="Lato Light"/>
                <a:cs typeface="Lato Light"/>
                <a:sym typeface="Lato Light"/>
              </a:rPr>
              <a:t>: 5</a:t>
            </a:r>
            <a:endParaRPr sz="1200">
              <a:solidFill>
                <a:srgbClr val="001391"/>
              </a:solidFill>
              <a:latin typeface="Source Serif 4 Black"/>
              <a:ea typeface="Source Serif 4 Black"/>
              <a:cs typeface="Source Serif 4 Black"/>
              <a:sym typeface="Source Serif 4 Black"/>
            </a:endParaRPr>
          </a:p>
        </p:txBody>
      </p:sp>
      <p:cxnSp>
        <p:nvCxnSpPr>
          <p:cNvPr id="161" name="Google Shape;161;p39"/>
          <p:cNvCxnSpPr/>
          <p:nvPr/>
        </p:nvCxnSpPr>
        <p:spPr>
          <a:xfrm>
            <a:off x="2909050" y="2511001"/>
            <a:ext cx="0" cy="539400"/>
          </a:xfrm>
          <a:prstGeom prst="straightConnector1">
            <a:avLst/>
          </a:prstGeom>
          <a:noFill/>
          <a:ln cap="flat" cmpd="sng" w="9525">
            <a:solidFill>
              <a:schemeClr val="dk1"/>
            </a:solidFill>
            <a:prstDash val="solid"/>
            <a:round/>
            <a:headEnd len="med" w="med" type="none"/>
            <a:tailEnd len="med" w="med" type="none"/>
          </a:ln>
        </p:spPr>
      </p:cxnSp>
      <p:sp>
        <p:nvSpPr>
          <p:cNvPr id="162" name="Google Shape;162;p39"/>
          <p:cNvSpPr/>
          <p:nvPr/>
        </p:nvSpPr>
        <p:spPr>
          <a:xfrm>
            <a:off x="2344951" y="2577705"/>
            <a:ext cx="109500" cy="90000"/>
          </a:xfrm>
          <a:prstGeom prst="triangle">
            <a:avLst>
              <a:gd fmla="val 50000" name="adj"/>
            </a:avLst>
          </a:prstGeom>
          <a:solidFill>
            <a:srgbClr val="CB353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39"/>
          <p:cNvSpPr txBox="1"/>
          <p:nvPr/>
        </p:nvSpPr>
        <p:spPr>
          <a:xfrm>
            <a:off x="2408501" y="2444758"/>
            <a:ext cx="481800" cy="24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rgbClr val="CB353A"/>
                </a:solidFill>
                <a:latin typeface="Lato"/>
                <a:ea typeface="Lato"/>
                <a:cs typeface="Lato"/>
                <a:sym typeface="Lato"/>
              </a:rPr>
              <a:t>21%</a:t>
            </a:r>
            <a:endParaRPr sz="1100">
              <a:solidFill>
                <a:srgbClr val="CB353A"/>
              </a:solidFill>
              <a:latin typeface="Lato"/>
              <a:ea typeface="Lato"/>
              <a:cs typeface="Lato"/>
              <a:sym typeface="Lato"/>
            </a:endParaRPr>
          </a:p>
        </p:txBody>
      </p:sp>
      <p:pic>
        <p:nvPicPr>
          <p:cNvPr id="164" name="Google Shape;164;p39"/>
          <p:cNvPicPr preferRelativeResize="0"/>
          <p:nvPr/>
        </p:nvPicPr>
        <p:blipFill rotWithShape="1">
          <a:blip r:embed="rId8">
            <a:alphaModFix/>
          </a:blip>
          <a:srcRect b="7104" l="3577" r="34530" t="19431"/>
          <a:stretch/>
        </p:blipFill>
        <p:spPr>
          <a:xfrm>
            <a:off x="4827675" y="2048372"/>
            <a:ext cx="3994500" cy="278842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40"/>
          <p:cNvSpPr/>
          <p:nvPr/>
        </p:nvSpPr>
        <p:spPr>
          <a:xfrm>
            <a:off x="241450" y="2048250"/>
            <a:ext cx="4295700" cy="2788500"/>
          </a:xfrm>
          <a:prstGeom prst="roundRect">
            <a:avLst>
              <a:gd fmla="val 4329" name="adj"/>
            </a:avLst>
          </a:prstGeom>
          <a:solidFill>
            <a:srgbClr val="ECF7FF"/>
          </a:solidFill>
          <a:ln cap="flat" cmpd="sng" w="9525">
            <a:solidFill>
              <a:schemeClr val="dk1"/>
            </a:solidFill>
            <a:prstDash val="solid"/>
            <a:round/>
            <a:headEnd len="sm" w="sm" type="none"/>
            <a:tailEnd len="sm" w="sm" type="none"/>
          </a:ln>
        </p:spPr>
        <p:txBody>
          <a:bodyPr anchorCtr="0" anchor="t" bIns="0" lIns="18000" spcFirstLastPara="1" rIns="18000" wrap="square" tIns="90000">
            <a:noAutofit/>
          </a:bodyPr>
          <a:lstStyle/>
          <a:p>
            <a:pPr indent="0" lvl="0" marL="0" rtl="0" algn="ctr">
              <a:spcBef>
                <a:spcPts val="0"/>
              </a:spcBef>
              <a:spcAft>
                <a:spcPts val="0"/>
              </a:spcAft>
              <a:buNone/>
            </a:pPr>
            <a:r>
              <a:rPr b="1" lang="es" sz="1200">
                <a:solidFill>
                  <a:schemeClr val="dk1"/>
                </a:solidFill>
                <a:latin typeface="Lato"/>
                <a:ea typeface="Lato"/>
                <a:cs typeface="Lato"/>
                <a:sym typeface="Lato"/>
              </a:rPr>
              <a:t>Resumen quincenal</a:t>
            </a:r>
            <a:endParaRPr b="1" sz="1200">
              <a:solidFill>
                <a:schemeClr val="dk1"/>
              </a:solidFill>
              <a:latin typeface="Lato"/>
              <a:ea typeface="Lato"/>
              <a:cs typeface="Lato"/>
              <a:sym typeface="Lato"/>
            </a:endParaRPr>
          </a:p>
        </p:txBody>
      </p:sp>
      <p:sp>
        <p:nvSpPr>
          <p:cNvPr id="170" name="Google Shape;170;p40"/>
          <p:cNvSpPr/>
          <p:nvPr/>
        </p:nvSpPr>
        <p:spPr>
          <a:xfrm>
            <a:off x="241450" y="594150"/>
            <a:ext cx="8568000" cy="1293300"/>
          </a:xfrm>
          <a:prstGeom prst="roundRect">
            <a:avLst>
              <a:gd fmla="val 4329" name="adj"/>
            </a:avLst>
          </a:prstGeom>
          <a:solidFill>
            <a:schemeClr val="lt1"/>
          </a:solidFill>
          <a:ln cap="flat" cmpd="sng" w="9525">
            <a:solidFill>
              <a:schemeClr val="dk1"/>
            </a:solidFill>
            <a:prstDash val="solid"/>
            <a:round/>
            <a:headEnd len="sm" w="sm" type="none"/>
            <a:tailEnd len="sm" w="sm" type="none"/>
          </a:ln>
        </p:spPr>
        <p:txBody>
          <a:bodyPr anchorCtr="0" anchor="t" bIns="0" lIns="18000" spcFirstLastPara="1" rIns="18000" wrap="square" tIns="90000">
            <a:noAutofit/>
          </a:bodyPr>
          <a:lstStyle/>
          <a:p>
            <a:pPr indent="0" lvl="0" marL="0" rtl="0" algn="ctr">
              <a:spcBef>
                <a:spcPts val="0"/>
              </a:spcBef>
              <a:spcAft>
                <a:spcPts val="0"/>
              </a:spcAft>
              <a:buNone/>
            </a:pPr>
            <a:r>
              <a:rPr b="1" lang="es" sz="1300">
                <a:solidFill>
                  <a:srgbClr val="04137B"/>
                </a:solidFill>
                <a:latin typeface="Lato"/>
                <a:ea typeface="Lato"/>
                <a:cs typeface="Lato"/>
                <a:sym typeface="Lato"/>
              </a:rPr>
              <a:t>Incidencias abiertas por criticidad</a:t>
            </a:r>
            <a:endParaRPr b="1" sz="1200">
              <a:solidFill>
                <a:srgbClr val="001391"/>
              </a:solidFill>
              <a:latin typeface="Lato"/>
              <a:ea typeface="Lato"/>
              <a:cs typeface="Lato"/>
              <a:sym typeface="Lato"/>
            </a:endParaRPr>
          </a:p>
        </p:txBody>
      </p:sp>
      <p:sp>
        <p:nvSpPr>
          <p:cNvPr id="171" name="Google Shape;171;p40"/>
          <p:cNvSpPr txBox="1"/>
          <p:nvPr/>
        </p:nvSpPr>
        <p:spPr>
          <a:xfrm>
            <a:off x="241450" y="83550"/>
            <a:ext cx="8902500" cy="49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2200">
                <a:solidFill>
                  <a:srgbClr val="04138B"/>
                </a:solidFill>
                <a:latin typeface="Source Serif 4"/>
                <a:ea typeface="Source Serif 4"/>
                <a:cs typeface="Source Serif 4"/>
                <a:sym typeface="Source Serif 4"/>
              </a:rPr>
              <a:t>Seguimiento de incidencias - SENDA</a:t>
            </a:r>
            <a:endParaRPr b="1" sz="2200">
              <a:solidFill>
                <a:srgbClr val="04138B"/>
              </a:solidFill>
              <a:latin typeface="Source Serif 4"/>
              <a:ea typeface="Source Serif 4"/>
              <a:cs typeface="Source Serif 4"/>
              <a:sym typeface="Source Serif 4"/>
            </a:endParaRPr>
          </a:p>
        </p:txBody>
      </p:sp>
      <p:sp>
        <p:nvSpPr>
          <p:cNvPr id="172" name="Google Shape;172;p40"/>
          <p:cNvSpPr/>
          <p:nvPr/>
        </p:nvSpPr>
        <p:spPr>
          <a:xfrm>
            <a:off x="414300" y="1038974"/>
            <a:ext cx="2629800" cy="756000"/>
          </a:xfrm>
          <a:prstGeom prst="roundRect">
            <a:avLst>
              <a:gd fmla="val 18197" name="adj"/>
            </a:avLst>
          </a:prstGeom>
          <a:solidFill>
            <a:schemeClr val="dk1"/>
          </a:solidFill>
          <a:ln>
            <a:noFill/>
          </a:ln>
        </p:spPr>
        <p:txBody>
          <a:bodyPr anchorCtr="0" anchor="t" bIns="180000" lIns="72000" spcFirstLastPara="1" rIns="36000" wrap="square" tIns="0">
            <a:noAutofit/>
          </a:bodyPr>
          <a:lstStyle/>
          <a:p>
            <a:pPr indent="0" lvl="0" marL="0" rtl="0" algn="l">
              <a:lnSpc>
                <a:spcPct val="90000"/>
              </a:lnSpc>
              <a:spcBef>
                <a:spcPts val="0"/>
              </a:spcBef>
              <a:spcAft>
                <a:spcPts val="0"/>
              </a:spcAft>
              <a:buNone/>
            </a:pPr>
            <a:r>
              <a:rPr b="1" lang="es" sz="3500">
                <a:solidFill>
                  <a:schemeClr val="lt1"/>
                </a:solidFill>
                <a:latin typeface="Lato"/>
                <a:ea typeface="Lato"/>
                <a:cs typeface="Lato"/>
                <a:sym typeface="Lato"/>
              </a:rPr>
              <a:t>11</a:t>
            </a:r>
            <a:br>
              <a:rPr b="1" lang="es" sz="3500">
                <a:solidFill>
                  <a:schemeClr val="lt1"/>
                </a:solidFill>
                <a:latin typeface="Lato"/>
                <a:ea typeface="Lato"/>
                <a:cs typeface="Lato"/>
                <a:sym typeface="Lato"/>
              </a:rPr>
            </a:br>
            <a:r>
              <a:rPr b="1" lang="es" sz="1200">
                <a:solidFill>
                  <a:schemeClr val="lt1"/>
                </a:solidFill>
                <a:latin typeface="Lato"/>
                <a:ea typeface="Lato"/>
                <a:cs typeface="Lato"/>
                <a:sym typeface="Lato"/>
              </a:rPr>
              <a:t>INCIDENCIAS ABIERTAS EN TOTAL</a:t>
            </a:r>
            <a:endParaRPr b="1" sz="1200">
              <a:solidFill>
                <a:schemeClr val="lt1"/>
              </a:solidFill>
              <a:latin typeface="Lato"/>
              <a:ea typeface="Lato"/>
              <a:cs typeface="Lato"/>
              <a:sym typeface="Lato"/>
            </a:endParaRPr>
          </a:p>
          <a:p>
            <a:pPr indent="0" lvl="0" marL="0" rtl="0" algn="l">
              <a:lnSpc>
                <a:spcPct val="90000"/>
              </a:lnSpc>
              <a:spcBef>
                <a:spcPts val="0"/>
              </a:spcBef>
              <a:spcAft>
                <a:spcPts val="0"/>
              </a:spcAft>
              <a:buNone/>
            </a:pPr>
            <a:r>
              <a:t/>
            </a:r>
            <a:endParaRPr b="1" sz="1200">
              <a:solidFill>
                <a:schemeClr val="lt1"/>
              </a:solidFill>
              <a:latin typeface="Lato"/>
              <a:ea typeface="Lato"/>
              <a:cs typeface="Lato"/>
              <a:sym typeface="Lato"/>
            </a:endParaRPr>
          </a:p>
        </p:txBody>
      </p:sp>
      <p:sp>
        <p:nvSpPr>
          <p:cNvPr id="173" name="Google Shape;173;p40"/>
          <p:cNvSpPr/>
          <p:nvPr/>
        </p:nvSpPr>
        <p:spPr>
          <a:xfrm>
            <a:off x="3210563" y="1039068"/>
            <a:ext cx="2629800" cy="756000"/>
          </a:xfrm>
          <a:prstGeom prst="roundRect">
            <a:avLst>
              <a:gd fmla="val 18197" name="adj"/>
            </a:avLst>
          </a:prstGeom>
          <a:solidFill>
            <a:srgbClr val="FDB7B7">
              <a:alpha val="27669"/>
            </a:srgbClr>
          </a:solidFill>
          <a:ln cap="flat" cmpd="sng" w="9525">
            <a:solidFill>
              <a:schemeClr val="dk1"/>
            </a:solidFill>
            <a:prstDash val="solid"/>
            <a:round/>
            <a:headEnd len="sm" w="sm" type="none"/>
            <a:tailEnd len="sm" w="sm" type="none"/>
          </a:ln>
        </p:spPr>
        <p:txBody>
          <a:bodyPr anchorCtr="0" anchor="t" bIns="180000" lIns="108000" spcFirstLastPara="1" rIns="108000" wrap="square" tIns="0">
            <a:noAutofit/>
          </a:bodyPr>
          <a:lstStyle/>
          <a:p>
            <a:pPr indent="0" lvl="0" marL="0" rtl="0" algn="l">
              <a:lnSpc>
                <a:spcPct val="90000"/>
              </a:lnSpc>
              <a:spcBef>
                <a:spcPts val="0"/>
              </a:spcBef>
              <a:spcAft>
                <a:spcPts val="0"/>
              </a:spcAft>
              <a:buNone/>
            </a:pPr>
            <a:r>
              <a:rPr b="1" lang="es" sz="3500">
                <a:solidFill>
                  <a:srgbClr val="04138B"/>
                </a:solidFill>
                <a:latin typeface="Lato"/>
                <a:ea typeface="Lato"/>
                <a:cs typeface="Lato"/>
                <a:sym typeface="Lato"/>
              </a:rPr>
              <a:t>3</a:t>
            </a:r>
            <a:r>
              <a:rPr b="1" lang="es" sz="2600">
                <a:solidFill>
                  <a:srgbClr val="04138B"/>
                </a:solidFill>
                <a:latin typeface="Lato"/>
                <a:ea typeface="Lato"/>
                <a:cs typeface="Lato"/>
                <a:sym typeface="Lato"/>
              </a:rPr>
              <a:t> </a:t>
            </a:r>
            <a:br>
              <a:rPr b="1" lang="es" sz="2600">
                <a:solidFill>
                  <a:srgbClr val="04138B"/>
                </a:solidFill>
                <a:latin typeface="Lato"/>
                <a:ea typeface="Lato"/>
                <a:cs typeface="Lato"/>
                <a:sym typeface="Lato"/>
              </a:rPr>
            </a:br>
            <a:r>
              <a:rPr b="1" lang="es" sz="1200">
                <a:solidFill>
                  <a:srgbClr val="04138B"/>
                </a:solidFill>
                <a:latin typeface="Lato"/>
                <a:ea typeface="Lato"/>
                <a:cs typeface="Lato"/>
                <a:sym typeface="Lato"/>
              </a:rPr>
              <a:t>INCIDENCIAS MAESTRAS</a:t>
            </a:r>
            <a:endParaRPr b="1" sz="1200">
              <a:solidFill>
                <a:srgbClr val="04138B"/>
              </a:solidFill>
              <a:latin typeface="Lato"/>
              <a:ea typeface="Lato"/>
              <a:cs typeface="Lato"/>
              <a:sym typeface="Lato"/>
            </a:endParaRPr>
          </a:p>
        </p:txBody>
      </p:sp>
      <p:sp>
        <p:nvSpPr>
          <p:cNvPr id="174" name="Google Shape;174;p40"/>
          <p:cNvSpPr/>
          <p:nvPr/>
        </p:nvSpPr>
        <p:spPr>
          <a:xfrm>
            <a:off x="6006825" y="1039068"/>
            <a:ext cx="2629800" cy="756000"/>
          </a:xfrm>
          <a:prstGeom prst="roundRect">
            <a:avLst>
              <a:gd fmla="val 18197" name="adj"/>
            </a:avLst>
          </a:prstGeom>
          <a:solidFill>
            <a:srgbClr val="F9E876">
              <a:alpha val="45570"/>
            </a:srgbClr>
          </a:solidFill>
          <a:ln cap="flat" cmpd="sng" w="9525">
            <a:solidFill>
              <a:schemeClr val="dk1"/>
            </a:solidFill>
            <a:prstDash val="solid"/>
            <a:round/>
            <a:headEnd len="sm" w="sm" type="none"/>
            <a:tailEnd len="sm" w="sm" type="none"/>
          </a:ln>
        </p:spPr>
        <p:txBody>
          <a:bodyPr anchorCtr="0" anchor="t" bIns="180000" lIns="108000" spcFirstLastPara="1" rIns="108000" wrap="square" tIns="0">
            <a:noAutofit/>
          </a:bodyPr>
          <a:lstStyle/>
          <a:p>
            <a:pPr indent="0" lvl="0" marL="0" rtl="0" algn="l">
              <a:lnSpc>
                <a:spcPct val="90000"/>
              </a:lnSpc>
              <a:spcBef>
                <a:spcPts val="0"/>
              </a:spcBef>
              <a:spcAft>
                <a:spcPts val="0"/>
              </a:spcAft>
              <a:buNone/>
            </a:pPr>
            <a:r>
              <a:rPr b="1" lang="es" sz="3500">
                <a:solidFill>
                  <a:srgbClr val="04138B"/>
                </a:solidFill>
                <a:latin typeface="Lato"/>
                <a:ea typeface="Lato"/>
                <a:cs typeface="Lato"/>
                <a:sym typeface="Lato"/>
              </a:rPr>
              <a:t>8</a:t>
            </a:r>
            <a:r>
              <a:rPr b="1" lang="es" sz="3500">
                <a:solidFill>
                  <a:srgbClr val="04138B"/>
                </a:solidFill>
                <a:latin typeface="Lato"/>
                <a:ea typeface="Lato"/>
                <a:cs typeface="Lato"/>
                <a:sym typeface="Lato"/>
              </a:rPr>
              <a:t> </a:t>
            </a:r>
            <a:br>
              <a:rPr b="1" lang="es" sz="3500">
                <a:solidFill>
                  <a:srgbClr val="04138B"/>
                </a:solidFill>
                <a:latin typeface="Lato"/>
                <a:ea typeface="Lato"/>
                <a:cs typeface="Lato"/>
                <a:sym typeface="Lato"/>
              </a:rPr>
            </a:br>
            <a:r>
              <a:rPr b="1" lang="es" sz="1200">
                <a:solidFill>
                  <a:srgbClr val="04138B"/>
                </a:solidFill>
                <a:latin typeface="Lato"/>
                <a:ea typeface="Lato"/>
                <a:cs typeface="Lato"/>
                <a:sym typeface="Lato"/>
              </a:rPr>
              <a:t>OTRAS INCIDENCIAS</a:t>
            </a:r>
            <a:endParaRPr b="1" sz="1200">
              <a:solidFill>
                <a:srgbClr val="04138B"/>
              </a:solidFill>
              <a:latin typeface="Lato"/>
              <a:ea typeface="Lato"/>
              <a:cs typeface="Lato"/>
              <a:sym typeface="Lato"/>
            </a:endParaRPr>
          </a:p>
          <a:p>
            <a:pPr indent="0" lvl="0" marL="0" rtl="0" algn="l">
              <a:lnSpc>
                <a:spcPct val="115000"/>
              </a:lnSpc>
              <a:spcBef>
                <a:spcPts val="0"/>
              </a:spcBef>
              <a:spcAft>
                <a:spcPts val="250"/>
              </a:spcAft>
              <a:buNone/>
            </a:pPr>
            <a:r>
              <a:t/>
            </a:r>
            <a:endParaRPr b="1" sz="1200">
              <a:solidFill>
                <a:srgbClr val="001391"/>
              </a:solidFill>
              <a:latin typeface="Lato"/>
              <a:ea typeface="Lato"/>
              <a:cs typeface="Lato"/>
              <a:sym typeface="Lato"/>
            </a:endParaRPr>
          </a:p>
        </p:txBody>
      </p:sp>
      <p:pic>
        <p:nvPicPr>
          <p:cNvPr id="175" name="Google Shape;175;p40" title="info-glass-XXL.png">
            <a:hlinkClick action="ppaction://hlinksldjump" r:id="rId4"/>
          </p:cNvPr>
          <p:cNvPicPr preferRelativeResize="0"/>
          <p:nvPr/>
        </p:nvPicPr>
        <p:blipFill>
          <a:blip r:embed="rId5">
            <a:alphaModFix/>
          </a:blip>
          <a:stretch>
            <a:fillRect/>
          </a:stretch>
        </p:blipFill>
        <p:spPr>
          <a:xfrm>
            <a:off x="4827683" y="1099891"/>
            <a:ext cx="170900" cy="163325"/>
          </a:xfrm>
          <a:prstGeom prst="rect">
            <a:avLst/>
          </a:prstGeom>
          <a:noFill/>
          <a:ln>
            <a:noFill/>
          </a:ln>
        </p:spPr>
      </p:pic>
      <p:sp>
        <p:nvSpPr>
          <p:cNvPr id="176" name="Google Shape;176;p40">
            <a:hlinkClick action="ppaction://hlinksldjump" r:id="rId6"/>
          </p:cNvPr>
          <p:cNvSpPr txBox="1"/>
          <p:nvPr/>
        </p:nvSpPr>
        <p:spPr>
          <a:xfrm>
            <a:off x="5036332" y="1141193"/>
            <a:ext cx="926100" cy="115500"/>
          </a:xfrm>
          <a:prstGeom prst="rect">
            <a:avLst/>
          </a:prstGeom>
          <a:noFill/>
          <a:ln>
            <a:noFill/>
          </a:ln>
        </p:spPr>
        <p:txBody>
          <a:bodyPr anchorCtr="0" anchor="t" bIns="0" lIns="0" spcFirstLastPara="1" rIns="0" wrap="square" tIns="0">
            <a:spAutoFit/>
          </a:bodyPr>
          <a:lstStyle/>
          <a:p>
            <a:pPr indent="0" lvl="0" marL="0" rtl="0" algn="l">
              <a:lnSpc>
                <a:spcPct val="75000"/>
              </a:lnSpc>
              <a:spcBef>
                <a:spcPts val="0"/>
              </a:spcBef>
              <a:spcAft>
                <a:spcPts val="0"/>
              </a:spcAft>
              <a:buNone/>
            </a:pPr>
            <a:r>
              <a:rPr b="1" lang="es" sz="1000">
                <a:solidFill>
                  <a:schemeClr val="hlink"/>
                </a:solidFill>
                <a:uFill>
                  <a:noFill/>
                </a:uFill>
                <a:latin typeface="Source Serif 4"/>
                <a:ea typeface="Source Serif 4"/>
                <a:cs typeface="Source Serif 4"/>
                <a:sym typeface="Source Serif 4"/>
                <a:hlinkClick action="ppaction://hlinksldjump" r:id="rId7"/>
              </a:rPr>
              <a:t>Ver detalle</a:t>
            </a:r>
            <a:endParaRPr sz="1000">
              <a:solidFill>
                <a:srgbClr val="001391"/>
              </a:solidFill>
            </a:endParaRPr>
          </a:p>
        </p:txBody>
      </p:sp>
      <p:sp>
        <p:nvSpPr>
          <p:cNvPr id="177" name="Google Shape;177;p40"/>
          <p:cNvSpPr/>
          <p:nvPr/>
        </p:nvSpPr>
        <p:spPr>
          <a:xfrm>
            <a:off x="369250" y="3248651"/>
            <a:ext cx="3994500" cy="665400"/>
          </a:xfrm>
          <a:prstGeom prst="roundRect">
            <a:avLst>
              <a:gd fmla="val 18197" name="adj"/>
            </a:avLst>
          </a:prstGeom>
          <a:solidFill>
            <a:schemeClr val="lt1"/>
          </a:solidFill>
          <a:ln cap="flat" cmpd="sng" w="9525">
            <a:solidFill>
              <a:schemeClr val="dk1"/>
            </a:solidFill>
            <a:prstDash val="solid"/>
            <a:round/>
            <a:headEnd len="sm" w="sm" type="none"/>
            <a:tailEnd len="sm" w="sm" type="none"/>
          </a:ln>
        </p:spPr>
        <p:txBody>
          <a:bodyPr anchorCtr="0" anchor="t" bIns="180000" lIns="72000" spcFirstLastPara="1" rIns="0" wrap="square" tIns="72000">
            <a:noAutofit/>
          </a:bodyPr>
          <a:lstStyle/>
          <a:p>
            <a:pPr indent="0" lvl="0" marL="0" rtl="0" algn="l">
              <a:lnSpc>
                <a:spcPct val="115000"/>
              </a:lnSpc>
              <a:spcBef>
                <a:spcPts val="0"/>
              </a:spcBef>
              <a:spcAft>
                <a:spcPts val="250"/>
              </a:spcAft>
              <a:buNone/>
            </a:pPr>
            <a:r>
              <a:rPr b="1" lang="es" sz="2500">
                <a:solidFill>
                  <a:srgbClr val="04138B"/>
                </a:solidFill>
                <a:latin typeface="Lato"/>
                <a:ea typeface="Lato"/>
                <a:cs typeface="Lato"/>
                <a:sym typeface="Lato"/>
              </a:rPr>
              <a:t>1</a:t>
            </a:r>
            <a:r>
              <a:rPr b="1" lang="es" sz="2500">
                <a:solidFill>
                  <a:srgbClr val="04138B"/>
                </a:solidFill>
                <a:latin typeface="Lato"/>
                <a:ea typeface="Lato"/>
                <a:cs typeface="Lato"/>
                <a:sym typeface="Lato"/>
              </a:rPr>
              <a:t> </a:t>
            </a:r>
            <a:r>
              <a:rPr b="1" lang="es" sz="1200">
                <a:solidFill>
                  <a:schemeClr val="dk1"/>
                </a:solidFill>
                <a:latin typeface="Lato"/>
                <a:ea typeface="Lato"/>
                <a:cs typeface="Lato"/>
                <a:sym typeface="Lato"/>
              </a:rPr>
              <a:t>INCIDENCIA CERRADA</a:t>
            </a:r>
            <a:endParaRPr b="1" sz="1200">
              <a:solidFill>
                <a:schemeClr val="dk1"/>
              </a:solidFill>
              <a:latin typeface="Lato"/>
              <a:ea typeface="Lato"/>
              <a:cs typeface="Lato"/>
              <a:sym typeface="Lato"/>
            </a:endParaRPr>
          </a:p>
        </p:txBody>
      </p:sp>
      <p:sp>
        <p:nvSpPr>
          <p:cNvPr id="178" name="Google Shape;178;p40"/>
          <p:cNvSpPr txBox="1"/>
          <p:nvPr/>
        </p:nvSpPr>
        <p:spPr>
          <a:xfrm>
            <a:off x="2566722" y="3291047"/>
            <a:ext cx="481800" cy="24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rgbClr val="38761D"/>
                </a:solidFill>
                <a:latin typeface="Lato"/>
                <a:ea typeface="Lato"/>
                <a:cs typeface="Lato"/>
                <a:sym typeface="Lato"/>
              </a:rPr>
              <a:t>38%</a:t>
            </a:r>
            <a:endParaRPr sz="1100">
              <a:solidFill>
                <a:srgbClr val="38761D"/>
              </a:solidFill>
              <a:latin typeface="Lato"/>
              <a:ea typeface="Lato"/>
              <a:cs typeface="Lato"/>
              <a:sym typeface="Lato"/>
            </a:endParaRPr>
          </a:p>
        </p:txBody>
      </p:sp>
      <p:sp>
        <p:nvSpPr>
          <p:cNvPr id="179" name="Google Shape;179;p40"/>
          <p:cNvSpPr/>
          <p:nvPr/>
        </p:nvSpPr>
        <p:spPr>
          <a:xfrm rot="10800000">
            <a:off x="2515116" y="3423993"/>
            <a:ext cx="109500" cy="90000"/>
          </a:xfrm>
          <a:prstGeom prst="triangle">
            <a:avLst>
              <a:gd fmla="val 50000" name="adj"/>
            </a:avLst>
          </a:prstGeom>
          <a:solidFill>
            <a:srgbClr val="3876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40"/>
          <p:cNvSpPr/>
          <p:nvPr/>
        </p:nvSpPr>
        <p:spPr>
          <a:xfrm>
            <a:off x="369250" y="4049301"/>
            <a:ext cx="3994500" cy="665400"/>
          </a:xfrm>
          <a:prstGeom prst="roundRect">
            <a:avLst>
              <a:gd fmla="val 18197" name="adj"/>
            </a:avLst>
          </a:prstGeom>
          <a:solidFill>
            <a:schemeClr val="lt1"/>
          </a:solidFill>
          <a:ln cap="flat" cmpd="sng" w="9525">
            <a:solidFill>
              <a:schemeClr val="dk1"/>
            </a:solidFill>
            <a:prstDash val="solid"/>
            <a:round/>
            <a:headEnd len="sm" w="sm" type="none"/>
            <a:tailEnd len="sm" w="sm" type="none"/>
          </a:ln>
        </p:spPr>
        <p:txBody>
          <a:bodyPr anchorCtr="0" anchor="t" bIns="180000" lIns="72000" spcFirstLastPara="1" rIns="0" wrap="square" tIns="72000">
            <a:noAutofit/>
          </a:bodyPr>
          <a:lstStyle/>
          <a:p>
            <a:pPr indent="0" lvl="0" marL="0" rtl="0" algn="l">
              <a:lnSpc>
                <a:spcPct val="115000"/>
              </a:lnSpc>
              <a:spcBef>
                <a:spcPts val="0"/>
              </a:spcBef>
              <a:spcAft>
                <a:spcPts val="250"/>
              </a:spcAft>
              <a:buNone/>
            </a:pPr>
            <a:r>
              <a:rPr b="1" lang="es" sz="2500">
                <a:solidFill>
                  <a:srgbClr val="04138B"/>
                </a:solidFill>
                <a:latin typeface="Lato"/>
                <a:ea typeface="Lato"/>
                <a:cs typeface="Lato"/>
                <a:sym typeface="Lato"/>
              </a:rPr>
              <a:t>3</a:t>
            </a:r>
            <a:r>
              <a:rPr b="1" lang="es" sz="2500">
                <a:solidFill>
                  <a:srgbClr val="04138B"/>
                </a:solidFill>
                <a:latin typeface="Lato"/>
                <a:ea typeface="Lato"/>
                <a:cs typeface="Lato"/>
                <a:sym typeface="Lato"/>
              </a:rPr>
              <a:t> </a:t>
            </a:r>
            <a:r>
              <a:rPr b="1" lang="es" sz="1200">
                <a:solidFill>
                  <a:srgbClr val="001391"/>
                </a:solidFill>
                <a:latin typeface="Lato"/>
                <a:ea typeface="Lato"/>
                <a:cs typeface="Lato"/>
                <a:sym typeface="Lato"/>
              </a:rPr>
              <a:t>DÍAS DE RESOLUCIÓN </a:t>
            </a:r>
            <a:r>
              <a:rPr i="1" lang="es" sz="800">
                <a:solidFill>
                  <a:srgbClr val="001391"/>
                </a:solidFill>
                <a:latin typeface="Lato"/>
                <a:ea typeface="Lato"/>
                <a:cs typeface="Lato"/>
                <a:sym typeface="Lato"/>
              </a:rPr>
              <a:t>(EN PROMEDIO)</a:t>
            </a:r>
            <a:endParaRPr i="1" sz="800">
              <a:solidFill>
                <a:srgbClr val="001391"/>
              </a:solidFill>
              <a:latin typeface="Lato"/>
              <a:ea typeface="Lato"/>
              <a:cs typeface="Lato"/>
              <a:sym typeface="Lato"/>
            </a:endParaRPr>
          </a:p>
        </p:txBody>
      </p:sp>
      <p:sp>
        <p:nvSpPr>
          <p:cNvPr id="181" name="Google Shape;181;p40"/>
          <p:cNvSpPr txBox="1"/>
          <p:nvPr/>
        </p:nvSpPr>
        <p:spPr>
          <a:xfrm>
            <a:off x="3088685" y="4143052"/>
            <a:ext cx="481800" cy="24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rgbClr val="38761D"/>
                </a:solidFill>
                <a:latin typeface="Lato"/>
                <a:ea typeface="Lato"/>
                <a:cs typeface="Lato"/>
                <a:sym typeface="Lato"/>
              </a:rPr>
              <a:t>38%</a:t>
            </a:r>
            <a:endParaRPr sz="1100">
              <a:solidFill>
                <a:srgbClr val="38761D"/>
              </a:solidFill>
              <a:latin typeface="Lato"/>
              <a:ea typeface="Lato"/>
              <a:cs typeface="Lato"/>
              <a:sym typeface="Lato"/>
            </a:endParaRPr>
          </a:p>
        </p:txBody>
      </p:sp>
      <p:sp>
        <p:nvSpPr>
          <p:cNvPr id="182" name="Google Shape;182;p40"/>
          <p:cNvSpPr/>
          <p:nvPr/>
        </p:nvSpPr>
        <p:spPr>
          <a:xfrm rot="10800000">
            <a:off x="3037079" y="4275999"/>
            <a:ext cx="109500" cy="90000"/>
          </a:xfrm>
          <a:prstGeom prst="triangle">
            <a:avLst>
              <a:gd fmla="val 50000" name="adj"/>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40"/>
          <p:cNvSpPr/>
          <p:nvPr/>
        </p:nvSpPr>
        <p:spPr>
          <a:xfrm>
            <a:off x="369250" y="2448001"/>
            <a:ext cx="3994500" cy="665400"/>
          </a:xfrm>
          <a:prstGeom prst="roundRect">
            <a:avLst>
              <a:gd fmla="val 18197" name="adj"/>
            </a:avLst>
          </a:prstGeom>
          <a:solidFill>
            <a:schemeClr val="lt1"/>
          </a:solidFill>
          <a:ln cap="flat" cmpd="sng" w="9525">
            <a:solidFill>
              <a:schemeClr val="dk1"/>
            </a:solidFill>
            <a:prstDash val="solid"/>
            <a:round/>
            <a:headEnd len="sm" w="sm" type="none"/>
            <a:tailEnd len="sm" w="sm" type="none"/>
          </a:ln>
        </p:spPr>
        <p:txBody>
          <a:bodyPr anchorCtr="0" anchor="t" bIns="180000" lIns="72000" spcFirstLastPara="1" rIns="0" wrap="square" tIns="72000">
            <a:noAutofit/>
          </a:bodyPr>
          <a:lstStyle/>
          <a:p>
            <a:pPr indent="0" lvl="0" marL="0" rtl="0" algn="l">
              <a:lnSpc>
                <a:spcPct val="115000"/>
              </a:lnSpc>
              <a:spcBef>
                <a:spcPts val="0"/>
              </a:spcBef>
              <a:spcAft>
                <a:spcPts val="250"/>
              </a:spcAft>
              <a:buNone/>
            </a:pPr>
            <a:r>
              <a:rPr b="1" lang="es" sz="2500">
                <a:solidFill>
                  <a:srgbClr val="04138B"/>
                </a:solidFill>
                <a:latin typeface="Lato"/>
                <a:ea typeface="Lato"/>
                <a:cs typeface="Lato"/>
                <a:sym typeface="Lato"/>
              </a:rPr>
              <a:t>1</a:t>
            </a:r>
            <a:r>
              <a:rPr b="1" lang="es" sz="2500">
                <a:solidFill>
                  <a:srgbClr val="04138B"/>
                </a:solidFill>
                <a:latin typeface="Lato"/>
                <a:ea typeface="Lato"/>
                <a:cs typeface="Lato"/>
                <a:sym typeface="Lato"/>
              </a:rPr>
              <a:t> </a:t>
            </a:r>
            <a:r>
              <a:rPr b="1" lang="es" sz="1200">
                <a:solidFill>
                  <a:srgbClr val="001391"/>
                </a:solidFill>
                <a:latin typeface="Lato"/>
                <a:ea typeface="Lato"/>
                <a:cs typeface="Lato"/>
                <a:sym typeface="Lato"/>
              </a:rPr>
              <a:t>NUEVAS INCIDENCIAS</a:t>
            </a:r>
            <a:endParaRPr b="1" sz="1200">
              <a:solidFill>
                <a:srgbClr val="001391"/>
              </a:solidFill>
              <a:latin typeface="Lato"/>
              <a:ea typeface="Lato"/>
              <a:cs typeface="Lato"/>
              <a:sym typeface="Lato"/>
            </a:endParaRPr>
          </a:p>
        </p:txBody>
      </p:sp>
      <p:sp>
        <p:nvSpPr>
          <p:cNvPr id="184" name="Google Shape;184;p40"/>
          <p:cNvSpPr/>
          <p:nvPr/>
        </p:nvSpPr>
        <p:spPr>
          <a:xfrm>
            <a:off x="2903031" y="2499601"/>
            <a:ext cx="1540800" cy="562200"/>
          </a:xfrm>
          <a:prstGeom prst="rect">
            <a:avLst/>
          </a:prstGeom>
          <a:noFill/>
          <a:ln>
            <a:noFill/>
          </a:ln>
        </p:spPr>
        <p:txBody>
          <a:bodyPr anchorCtr="0" anchor="ctr" bIns="18000" lIns="90000" spcFirstLastPara="1" rIns="90000" wrap="square" tIns="18000">
            <a:noAutofit/>
          </a:bodyPr>
          <a:lstStyle/>
          <a:p>
            <a:pPr indent="0" lvl="0" marL="0" rtl="0" algn="l">
              <a:lnSpc>
                <a:spcPct val="100000"/>
              </a:lnSpc>
              <a:spcBef>
                <a:spcPts val="0"/>
              </a:spcBef>
              <a:spcAft>
                <a:spcPts val="0"/>
              </a:spcAft>
              <a:buNone/>
            </a:pPr>
            <a:r>
              <a:rPr b="1" lang="es" sz="1200">
                <a:solidFill>
                  <a:srgbClr val="04138B"/>
                </a:solidFill>
                <a:latin typeface="Lato"/>
                <a:ea typeface="Lato"/>
                <a:cs typeface="Lato"/>
                <a:sym typeface="Lato"/>
              </a:rPr>
              <a:t>ANTES</a:t>
            </a:r>
            <a:r>
              <a:rPr lang="es" sz="1200">
                <a:solidFill>
                  <a:srgbClr val="04138B"/>
                </a:solidFill>
                <a:latin typeface="Lato Light"/>
                <a:ea typeface="Lato Light"/>
                <a:cs typeface="Lato Light"/>
                <a:sym typeface="Lato Light"/>
              </a:rPr>
              <a:t>: 2</a:t>
            </a:r>
            <a:endParaRPr sz="1200">
              <a:solidFill>
                <a:srgbClr val="04138B"/>
              </a:solidFill>
              <a:latin typeface="Lato Light"/>
              <a:ea typeface="Lato Light"/>
              <a:cs typeface="Lato Light"/>
              <a:sym typeface="Lato Light"/>
            </a:endParaRPr>
          </a:p>
          <a:p>
            <a:pPr indent="0" lvl="0" marL="0" rtl="0" algn="l">
              <a:lnSpc>
                <a:spcPct val="100000"/>
              </a:lnSpc>
              <a:spcBef>
                <a:spcPts val="0"/>
              </a:spcBef>
              <a:spcAft>
                <a:spcPts val="0"/>
              </a:spcAft>
              <a:buNone/>
            </a:pPr>
            <a:r>
              <a:rPr b="1" lang="es" sz="1200">
                <a:solidFill>
                  <a:srgbClr val="04138B"/>
                </a:solidFill>
                <a:latin typeface="Lato"/>
                <a:ea typeface="Lato"/>
                <a:cs typeface="Lato"/>
                <a:sym typeface="Lato"/>
              </a:rPr>
              <a:t>AHORA</a:t>
            </a:r>
            <a:r>
              <a:rPr lang="es" sz="1200">
                <a:solidFill>
                  <a:srgbClr val="04138B"/>
                </a:solidFill>
                <a:latin typeface="Lato Light"/>
                <a:ea typeface="Lato Light"/>
                <a:cs typeface="Lato Light"/>
                <a:sym typeface="Lato Light"/>
              </a:rPr>
              <a:t>: 5            </a:t>
            </a:r>
            <a:endParaRPr sz="1200">
              <a:solidFill>
                <a:srgbClr val="04138B"/>
              </a:solidFill>
              <a:latin typeface="Lato Light"/>
              <a:ea typeface="Lato Light"/>
              <a:cs typeface="Lato Light"/>
              <a:sym typeface="Lato Light"/>
            </a:endParaRPr>
          </a:p>
          <a:p>
            <a:pPr indent="0" lvl="0" marL="0" rtl="0" algn="l">
              <a:lnSpc>
                <a:spcPct val="100000"/>
              </a:lnSpc>
              <a:spcBef>
                <a:spcPts val="0"/>
              </a:spcBef>
              <a:spcAft>
                <a:spcPts val="0"/>
              </a:spcAft>
              <a:buNone/>
            </a:pPr>
            <a:r>
              <a:rPr b="1" lang="es" sz="1200">
                <a:solidFill>
                  <a:srgbClr val="04138B"/>
                </a:solidFill>
                <a:latin typeface="Lato"/>
                <a:ea typeface="Lato"/>
                <a:cs typeface="Lato"/>
                <a:sym typeface="Lato"/>
              </a:rPr>
              <a:t>ACUMULADO</a:t>
            </a:r>
            <a:r>
              <a:rPr lang="es" sz="1200">
                <a:solidFill>
                  <a:srgbClr val="04138B"/>
                </a:solidFill>
                <a:latin typeface="Lato Light"/>
                <a:ea typeface="Lato Light"/>
                <a:cs typeface="Lato Light"/>
                <a:sym typeface="Lato Light"/>
              </a:rPr>
              <a:t>: </a:t>
            </a:r>
            <a:r>
              <a:rPr lang="es" sz="1200">
                <a:solidFill>
                  <a:srgbClr val="04138B"/>
                </a:solidFill>
                <a:latin typeface="Lato Light"/>
                <a:ea typeface="Lato Light"/>
                <a:cs typeface="Lato Light"/>
                <a:sym typeface="Lato Light"/>
              </a:rPr>
              <a:t>5</a:t>
            </a:r>
            <a:endParaRPr sz="1200">
              <a:solidFill>
                <a:srgbClr val="001391"/>
              </a:solidFill>
              <a:latin typeface="Source Serif 4 Black"/>
              <a:ea typeface="Source Serif 4 Black"/>
              <a:cs typeface="Source Serif 4 Black"/>
              <a:sym typeface="Source Serif 4 Black"/>
            </a:endParaRPr>
          </a:p>
        </p:txBody>
      </p:sp>
      <p:cxnSp>
        <p:nvCxnSpPr>
          <p:cNvPr id="185" name="Google Shape;185;p40"/>
          <p:cNvCxnSpPr/>
          <p:nvPr/>
        </p:nvCxnSpPr>
        <p:spPr>
          <a:xfrm>
            <a:off x="2909050" y="2511001"/>
            <a:ext cx="0" cy="539400"/>
          </a:xfrm>
          <a:prstGeom prst="straightConnector1">
            <a:avLst/>
          </a:prstGeom>
          <a:noFill/>
          <a:ln cap="flat" cmpd="sng" w="9525">
            <a:solidFill>
              <a:schemeClr val="dk1"/>
            </a:solidFill>
            <a:prstDash val="solid"/>
            <a:round/>
            <a:headEnd len="med" w="med" type="none"/>
            <a:tailEnd len="med" w="med" type="none"/>
          </a:ln>
        </p:spPr>
      </p:cxnSp>
      <p:sp>
        <p:nvSpPr>
          <p:cNvPr id="186" name="Google Shape;186;p40"/>
          <p:cNvSpPr/>
          <p:nvPr/>
        </p:nvSpPr>
        <p:spPr>
          <a:xfrm>
            <a:off x="2344951" y="2577705"/>
            <a:ext cx="109500" cy="90000"/>
          </a:xfrm>
          <a:prstGeom prst="triangle">
            <a:avLst>
              <a:gd fmla="val 50000" name="adj"/>
            </a:avLst>
          </a:prstGeom>
          <a:solidFill>
            <a:srgbClr val="CB353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40"/>
          <p:cNvSpPr txBox="1"/>
          <p:nvPr/>
        </p:nvSpPr>
        <p:spPr>
          <a:xfrm>
            <a:off x="2408501" y="2444758"/>
            <a:ext cx="481800" cy="24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rgbClr val="CB353A"/>
                </a:solidFill>
                <a:latin typeface="Lato"/>
                <a:ea typeface="Lato"/>
                <a:cs typeface="Lato"/>
                <a:sym typeface="Lato"/>
              </a:rPr>
              <a:t>21%</a:t>
            </a:r>
            <a:endParaRPr sz="1100">
              <a:solidFill>
                <a:srgbClr val="CB353A"/>
              </a:solidFill>
              <a:latin typeface="Lato"/>
              <a:ea typeface="Lato"/>
              <a:cs typeface="Lato"/>
              <a:sym typeface="Lato"/>
            </a:endParaRPr>
          </a:p>
        </p:txBody>
      </p:sp>
      <p:pic>
        <p:nvPicPr>
          <p:cNvPr id="188" name="Google Shape;188;p40"/>
          <p:cNvPicPr preferRelativeResize="0"/>
          <p:nvPr/>
        </p:nvPicPr>
        <p:blipFill rotWithShape="1">
          <a:blip r:embed="rId8">
            <a:alphaModFix/>
          </a:blip>
          <a:srcRect b="7104" l="3577" r="34530" t="19431"/>
          <a:stretch/>
        </p:blipFill>
        <p:spPr>
          <a:xfrm>
            <a:off x="4827675" y="2048372"/>
            <a:ext cx="3994500" cy="278842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41"/>
          <p:cNvSpPr/>
          <p:nvPr/>
        </p:nvSpPr>
        <p:spPr>
          <a:xfrm>
            <a:off x="241450" y="2048250"/>
            <a:ext cx="4295700" cy="2788500"/>
          </a:xfrm>
          <a:prstGeom prst="roundRect">
            <a:avLst>
              <a:gd fmla="val 4329" name="adj"/>
            </a:avLst>
          </a:prstGeom>
          <a:solidFill>
            <a:srgbClr val="ECF7FF"/>
          </a:solidFill>
          <a:ln cap="flat" cmpd="sng" w="9525">
            <a:solidFill>
              <a:schemeClr val="dk1"/>
            </a:solidFill>
            <a:prstDash val="solid"/>
            <a:round/>
            <a:headEnd len="sm" w="sm" type="none"/>
            <a:tailEnd len="sm" w="sm" type="none"/>
          </a:ln>
        </p:spPr>
        <p:txBody>
          <a:bodyPr anchorCtr="0" anchor="t" bIns="0" lIns="18000" spcFirstLastPara="1" rIns="18000" wrap="square" tIns="90000">
            <a:noAutofit/>
          </a:bodyPr>
          <a:lstStyle/>
          <a:p>
            <a:pPr indent="0" lvl="0" marL="0" rtl="0" algn="ctr">
              <a:spcBef>
                <a:spcPts val="0"/>
              </a:spcBef>
              <a:spcAft>
                <a:spcPts val="0"/>
              </a:spcAft>
              <a:buNone/>
            </a:pPr>
            <a:r>
              <a:rPr b="1" lang="es" sz="1200">
                <a:solidFill>
                  <a:schemeClr val="dk1"/>
                </a:solidFill>
                <a:latin typeface="Lato"/>
                <a:ea typeface="Lato"/>
                <a:cs typeface="Lato"/>
                <a:sym typeface="Lato"/>
              </a:rPr>
              <a:t>Resumen quincenal</a:t>
            </a:r>
            <a:endParaRPr b="1" sz="1200">
              <a:solidFill>
                <a:schemeClr val="dk1"/>
              </a:solidFill>
              <a:latin typeface="Lato"/>
              <a:ea typeface="Lato"/>
              <a:cs typeface="Lato"/>
              <a:sym typeface="Lato"/>
            </a:endParaRPr>
          </a:p>
        </p:txBody>
      </p:sp>
      <p:sp>
        <p:nvSpPr>
          <p:cNvPr id="194" name="Google Shape;194;p41"/>
          <p:cNvSpPr/>
          <p:nvPr/>
        </p:nvSpPr>
        <p:spPr>
          <a:xfrm>
            <a:off x="241450" y="594150"/>
            <a:ext cx="8568000" cy="1293300"/>
          </a:xfrm>
          <a:prstGeom prst="roundRect">
            <a:avLst>
              <a:gd fmla="val 4329" name="adj"/>
            </a:avLst>
          </a:prstGeom>
          <a:solidFill>
            <a:schemeClr val="lt1"/>
          </a:solidFill>
          <a:ln cap="flat" cmpd="sng" w="9525">
            <a:solidFill>
              <a:schemeClr val="dk1"/>
            </a:solidFill>
            <a:prstDash val="solid"/>
            <a:round/>
            <a:headEnd len="sm" w="sm" type="none"/>
            <a:tailEnd len="sm" w="sm" type="none"/>
          </a:ln>
        </p:spPr>
        <p:txBody>
          <a:bodyPr anchorCtr="0" anchor="t" bIns="0" lIns="18000" spcFirstLastPara="1" rIns="18000" wrap="square" tIns="90000">
            <a:noAutofit/>
          </a:bodyPr>
          <a:lstStyle/>
          <a:p>
            <a:pPr indent="0" lvl="0" marL="0" rtl="0" algn="ctr">
              <a:spcBef>
                <a:spcPts val="0"/>
              </a:spcBef>
              <a:spcAft>
                <a:spcPts val="0"/>
              </a:spcAft>
              <a:buNone/>
            </a:pPr>
            <a:r>
              <a:rPr b="1" lang="es" sz="1300">
                <a:solidFill>
                  <a:srgbClr val="04137B"/>
                </a:solidFill>
                <a:latin typeface="Lato"/>
                <a:ea typeface="Lato"/>
                <a:cs typeface="Lato"/>
                <a:sym typeface="Lato"/>
              </a:rPr>
              <a:t>Incidencias abiertas por criticidad</a:t>
            </a:r>
            <a:endParaRPr b="1" sz="1200">
              <a:solidFill>
                <a:srgbClr val="001391"/>
              </a:solidFill>
              <a:latin typeface="Lato"/>
              <a:ea typeface="Lato"/>
              <a:cs typeface="Lato"/>
              <a:sym typeface="Lato"/>
            </a:endParaRPr>
          </a:p>
        </p:txBody>
      </p:sp>
      <p:sp>
        <p:nvSpPr>
          <p:cNvPr id="195" name="Google Shape;195;p41"/>
          <p:cNvSpPr txBox="1"/>
          <p:nvPr/>
        </p:nvSpPr>
        <p:spPr>
          <a:xfrm>
            <a:off x="241450" y="83550"/>
            <a:ext cx="8902500" cy="49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2200">
                <a:solidFill>
                  <a:srgbClr val="04138B"/>
                </a:solidFill>
                <a:latin typeface="Source Serif 4"/>
                <a:ea typeface="Source Serif 4"/>
                <a:cs typeface="Source Serif 4"/>
                <a:sym typeface="Source Serif 4"/>
              </a:rPr>
              <a:t>Seguimiento de incidencias - GEMA</a:t>
            </a:r>
            <a:endParaRPr b="1" sz="2200">
              <a:solidFill>
                <a:srgbClr val="04138B"/>
              </a:solidFill>
              <a:latin typeface="Source Serif 4"/>
              <a:ea typeface="Source Serif 4"/>
              <a:cs typeface="Source Serif 4"/>
              <a:sym typeface="Source Serif 4"/>
            </a:endParaRPr>
          </a:p>
        </p:txBody>
      </p:sp>
      <p:sp>
        <p:nvSpPr>
          <p:cNvPr id="196" name="Google Shape;196;p41"/>
          <p:cNvSpPr/>
          <p:nvPr/>
        </p:nvSpPr>
        <p:spPr>
          <a:xfrm>
            <a:off x="414300" y="1038974"/>
            <a:ext cx="2629800" cy="756000"/>
          </a:xfrm>
          <a:prstGeom prst="roundRect">
            <a:avLst>
              <a:gd fmla="val 18197" name="adj"/>
            </a:avLst>
          </a:prstGeom>
          <a:solidFill>
            <a:schemeClr val="dk1"/>
          </a:solidFill>
          <a:ln>
            <a:noFill/>
          </a:ln>
        </p:spPr>
        <p:txBody>
          <a:bodyPr anchorCtr="0" anchor="t" bIns="180000" lIns="72000" spcFirstLastPara="1" rIns="36000" wrap="square" tIns="0">
            <a:noAutofit/>
          </a:bodyPr>
          <a:lstStyle/>
          <a:p>
            <a:pPr indent="0" lvl="0" marL="0" rtl="0" algn="l">
              <a:lnSpc>
                <a:spcPct val="90000"/>
              </a:lnSpc>
              <a:spcBef>
                <a:spcPts val="0"/>
              </a:spcBef>
              <a:spcAft>
                <a:spcPts val="0"/>
              </a:spcAft>
              <a:buNone/>
            </a:pPr>
            <a:r>
              <a:rPr b="1" lang="es" sz="3500">
                <a:solidFill>
                  <a:schemeClr val="lt1"/>
                </a:solidFill>
                <a:latin typeface="Lato"/>
                <a:ea typeface="Lato"/>
                <a:cs typeface="Lato"/>
                <a:sym typeface="Lato"/>
              </a:rPr>
              <a:t>19</a:t>
            </a:r>
            <a:br>
              <a:rPr b="1" lang="es" sz="3500">
                <a:solidFill>
                  <a:schemeClr val="lt1"/>
                </a:solidFill>
                <a:latin typeface="Lato"/>
                <a:ea typeface="Lato"/>
                <a:cs typeface="Lato"/>
                <a:sym typeface="Lato"/>
              </a:rPr>
            </a:br>
            <a:r>
              <a:rPr b="1" lang="es" sz="1200">
                <a:solidFill>
                  <a:schemeClr val="lt1"/>
                </a:solidFill>
                <a:latin typeface="Lato"/>
                <a:ea typeface="Lato"/>
                <a:cs typeface="Lato"/>
                <a:sym typeface="Lato"/>
              </a:rPr>
              <a:t>INCIDENCIAS ABIERTAS EN TOTAL</a:t>
            </a:r>
            <a:endParaRPr b="1" sz="1200">
              <a:solidFill>
                <a:schemeClr val="lt1"/>
              </a:solidFill>
              <a:latin typeface="Lato"/>
              <a:ea typeface="Lato"/>
              <a:cs typeface="Lato"/>
              <a:sym typeface="Lato"/>
            </a:endParaRPr>
          </a:p>
          <a:p>
            <a:pPr indent="0" lvl="0" marL="0" rtl="0" algn="l">
              <a:lnSpc>
                <a:spcPct val="90000"/>
              </a:lnSpc>
              <a:spcBef>
                <a:spcPts val="0"/>
              </a:spcBef>
              <a:spcAft>
                <a:spcPts val="0"/>
              </a:spcAft>
              <a:buNone/>
            </a:pPr>
            <a:r>
              <a:t/>
            </a:r>
            <a:endParaRPr b="1" sz="1200">
              <a:solidFill>
                <a:schemeClr val="lt1"/>
              </a:solidFill>
              <a:latin typeface="Lato"/>
              <a:ea typeface="Lato"/>
              <a:cs typeface="Lato"/>
              <a:sym typeface="Lato"/>
            </a:endParaRPr>
          </a:p>
        </p:txBody>
      </p:sp>
      <p:sp>
        <p:nvSpPr>
          <p:cNvPr id="197" name="Google Shape;197;p41"/>
          <p:cNvSpPr/>
          <p:nvPr/>
        </p:nvSpPr>
        <p:spPr>
          <a:xfrm>
            <a:off x="3210563" y="1039068"/>
            <a:ext cx="2629800" cy="756000"/>
          </a:xfrm>
          <a:prstGeom prst="roundRect">
            <a:avLst>
              <a:gd fmla="val 18197" name="adj"/>
            </a:avLst>
          </a:prstGeom>
          <a:solidFill>
            <a:srgbClr val="FDB7B7">
              <a:alpha val="27669"/>
            </a:srgbClr>
          </a:solidFill>
          <a:ln cap="flat" cmpd="sng" w="9525">
            <a:solidFill>
              <a:schemeClr val="dk1"/>
            </a:solidFill>
            <a:prstDash val="solid"/>
            <a:round/>
            <a:headEnd len="sm" w="sm" type="none"/>
            <a:tailEnd len="sm" w="sm" type="none"/>
          </a:ln>
        </p:spPr>
        <p:txBody>
          <a:bodyPr anchorCtr="0" anchor="t" bIns="180000" lIns="108000" spcFirstLastPara="1" rIns="108000" wrap="square" tIns="0">
            <a:noAutofit/>
          </a:bodyPr>
          <a:lstStyle/>
          <a:p>
            <a:pPr indent="0" lvl="0" marL="0" rtl="0" algn="l">
              <a:lnSpc>
                <a:spcPct val="90000"/>
              </a:lnSpc>
              <a:spcBef>
                <a:spcPts val="0"/>
              </a:spcBef>
              <a:spcAft>
                <a:spcPts val="0"/>
              </a:spcAft>
              <a:buNone/>
            </a:pPr>
            <a:r>
              <a:rPr b="1" lang="es" sz="3500">
                <a:solidFill>
                  <a:srgbClr val="04138B"/>
                </a:solidFill>
                <a:latin typeface="Lato"/>
                <a:ea typeface="Lato"/>
                <a:cs typeface="Lato"/>
                <a:sym typeface="Lato"/>
              </a:rPr>
              <a:t>2</a:t>
            </a:r>
            <a:r>
              <a:rPr b="1" lang="es" sz="2600">
                <a:solidFill>
                  <a:srgbClr val="04138B"/>
                </a:solidFill>
                <a:latin typeface="Lato"/>
                <a:ea typeface="Lato"/>
                <a:cs typeface="Lato"/>
                <a:sym typeface="Lato"/>
              </a:rPr>
              <a:t> </a:t>
            </a:r>
            <a:br>
              <a:rPr b="1" lang="es" sz="2600">
                <a:solidFill>
                  <a:srgbClr val="04138B"/>
                </a:solidFill>
                <a:latin typeface="Lato"/>
                <a:ea typeface="Lato"/>
                <a:cs typeface="Lato"/>
                <a:sym typeface="Lato"/>
              </a:rPr>
            </a:br>
            <a:r>
              <a:rPr b="1" lang="es" sz="1200">
                <a:solidFill>
                  <a:srgbClr val="04138B"/>
                </a:solidFill>
                <a:latin typeface="Lato"/>
                <a:ea typeface="Lato"/>
                <a:cs typeface="Lato"/>
                <a:sym typeface="Lato"/>
              </a:rPr>
              <a:t>INCIDENCIAS MAESTRAS</a:t>
            </a:r>
            <a:endParaRPr b="1" sz="1200">
              <a:solidFill>
                <a:srgbClr val="04138B"/>
              </a:solidFill>
              <a:latin typeface="Lato"/>
              <a:ea typeface="Lato"/>
              <a:cs typeface="Lato"/>
              <a:sym typeface="Lato"/>
            </a:endParaRPr>
          </a:p>
        </p:txBody>
      </p:sp>
      <p:sp>
        <p:nvSpPr>
          <p:cNvPr id="198" name="Google Shape;198;p41"/>
          <p:cNvSpPr/>
          <p:nvPr/>
        </p:nvSpPr>
        <p:spPr>
          <a:xfrm>
            <a:off x="6006825" y="1039068"/>
            <a:ext cx="2629800" cy="756000"/>
          </a:xfrm>
          <a:prstGeom prst="roundRect">
            <a:avLst>
              <a:gd fmla="val 18197" name="adj"/>
            </a:avLst>
          </a:prstGeom>
          <a:solidFill>
            <a:srgbClr val="F9E876">
              <a:alpha val="45570"/>
            </a:srgbClr>
          </a:solidFill>
          <a:ln cap="flat" cmpd="sng" w="9525">
            <a:solidFill>
              <a:schemeClr val="dk1"/>
            </a:solidFill>
            <a:prstDash val="solid"/>
            <a:round/>
            <a:headEnd len="sm" w="sm" type="none"/>
            <a:tailEnd len="sm" w="sm" type="none"/>
          </a:ln>
        </p:spPr>
        <p:txBody>
          <a:bodyPr anchorCtr="0" anchor="t" bIns="180000" lIns="108000" spcFirstLastPara="1" rIns="108000" wrap="square" tIns="0">
            <a:noAutofit/>
          </a:bodyPr>
          <a:lstStyle/>
          <a:p>
            <a:pPr indent="0" lvl="0" marL="0" rtl="0" algn="l">
              <a:lnSpc>
                <a:spcPct val="90000"/>
              </a:lnSpc>
              <a:spcBef>
                <a:spcPts val="0"/>
              </a:spcBef>
              <a:spcAft>
                <a:spcPts val="0"/>
              </a:spcAft>
              <a:buNone/>
            </a:pPr>
            <a:r>
              <a:rPr b="1" lang="es" sz="3500">
                <a:solidFill>
                  <a:srgbClr val="04138B"/>
                </a:solidFill>
                <a:latin typeface="Lato"/>
                <a:ea typeface="Lato"/>
                <a:cs typeface="Lato"/>
                <a:sym typeface="Lato"/>
              </a:rPr>
              <a:t>17</a:t>
            </a:r>
            <a:r>
              <a:rPr b="1" lang="es" sz="3500">
                <a:solidFill>
                  <a:srgbClr val="04138B"/>
                </a:solidFill>
                <a:latin typeface="Lato"/>
                <a:ea typeface="Lato"/>
                <a:cs typeface="Lato"/>
                <a:sym typeface="Lato"/>
              </a:rPr>
              <a:t> </a:t>
            </a:r>
            <a:br>
              <a:rPr b="1" lang="es" sz="3500">
                <a:solidFill>
                  <a:srgbClr val="04138B"/>
                </a:solidFill>
                <a:latin typeface="Lato"/>
                <a:ea typeface="Lato"/>
                <a:cs typeface="Lato"/>
                <a:sym typeface="Lato"/>
              </a:rPr>
            </a:br>
            <a:r>
              <a:rPr b="1" lang="es" sz="1200">
                <a:solidFill>
                  <a:srgbClr val="04138B"/>
                </a:solidFill>
                <a:latin typeface="Lato"/>
                <a:ea typeface="Lato"/>
                <a:cs typeface="Lato"/>
                <a:sym typeface="Lato"/>
              </a:rPr>
              <a:t>OTRAS INCIDENCIAS</a:t>
            </a:r>
            <a:endParaRPr b="1" sz="1200">
              <a:solidFill>
                <a:srgbClr val="04138B"/>
              </a:solidFill>
              <a:latin typeface="Lato"/>
              <a:ea typeface="Lato"/>
              <a:cs typeface="Lato"/>
              <a:sym typeface="Lato"/>
            </a:endParaRPr>
          </a:p>
          <a:p>
            <a:pPr indent="0" lvl="0" marL="0" rtl="0" algn="l">
              <a:lnSpc>
                <a:spcPct val="115000"/>
              </a:lnSpc>
              <a:spcBef>
                <a:spcPts val="0"/>
              </a:spcBef>
              <a:spcAft>
                <a:spcPts val="250"/>
              </a:spcAft>
              <a:buNone/>
            </a:pPr>
            <a:r>
              <a:t/>
            </a:r>
            <a:endParaRPr b="1" sz="1200">
              <a:solidFill>
                <a:srgbClr val="001391"/>
              </a:solidFill>
              <a:latin typeface="Lato"/>
              <a:ea typeface="Lato"/>
              <a:cs typeface="Lato"/>
              <a:sym typeface="Lato"/>
            </a:endParaRPr>
          </a:p>
        </p:txBody>
      </p:sp>
      <p:pic>
        <p:nvPicPr>
          <p:cNvPr id="199" name="Google Shape;199;p41" title="info-glass-XXL.png">
            <a:hlinkClick action="ppaction://hlinksldjump" r:id="rId4"/>
          </p:cNvPr>
          <p:cNvPicPr preferRelativeResize="0"/>
          <p:nvPr/>
        </p:nvPicPr>
        <p:blipFill>
          <a:blip r:embed="rId5">
            <a:alphaModFix/>
          </a:blip>
          <a:stretch>
            <a:fillRect/>
          </a:stretch>
        </p:blipFill>
        <p:spPr>
          <a:xfrm>
            <a:off x="4827683" y="1099891"/>
            <a:ext cx="170900" cy="163325"/>
          </a:xfrm>
          <a:prstGeom prst="rect">
            <a:avLst/>
          </a:prstGeom>
          <a:noFill/>
          <a:ln>
            <a:noFill/>
          </a:ln>
        </p:spPr>
      </p:pic>
      <p:sp>
        <p:nvSpPr>
          <p:cNvPr id="200" name="Google Shape;200;p41">
            <a:hlinkClick action="ppaction://hlinksldjump" r:id="rId6"/>
          </p:cNvPr>
          <p:cNvSpPr txBox="1"/>
          <p:nvPr/>
        </p:nvSpPr>
        <p:spPr>
          <a:xfrm>
            <a:off x="5036332" y="1141193"/>
            <a:ext cx="926100" cy="115500"/>
          </a:xfrm>
          <a:prstGeom prst="rect">
            <a:avLst/>
          </a:prstGeom>
          <a:noFill/>
          <a:ln>
            <a:noFill/>
          </a:ln>
        </p:spPr>
        <p:txBody>
          <a:bodyPr anchorCtr="0" anchor="t" bIns="0" lIns="0" spcFirstLastPara="1" rIns="0" wrap="square" tIns="0">
            <a:spAutoFit/>
          </a:bodyPr>
          <a:lstStyle/>
          <a:p>
            <a:pPr indent="0" lvl="0" marL="0" rtl="0" algn="l">
              <a:lnSpc>
                <a:spcPct val="75000"/>
              </a:lnSpc>
              <a:spcBef>
                <a:spcPts val="0"/>
              </a:spcBef>
              <a:spcAft>
                <a:spcPts val="0"/>
              </a:spcAft>
              <a:buNone/>
            </a:pPr>
            <a:r>
              <a:rPr b="1" lang="es" sz="1000">
                <a:solidFill>
                  <a:schemeClr val="hlink"/>
                </a:solidFill>
                <a:uFill>
                  <a:noFill/>
                </a:uFill>
                <a:latin typeface="Source Serif 4"/>
                <a:ea typeface="Source Serif 4"/>
                <a:cs typeface="Source Serif 4"/>
                <a:sym typeface="Source Serif 4"/>
                <a:hlinkClick action="ppaction://hlinksldjump" r:id="rId7"/>
              </a:rPr>
              <a:t>Ver detalle</a:t>
            </a:r>
            <a:endParaRPr sz="1000">
              <a:solidFill>
                <a:srgbClr val="001391"/>
              </a:solidFill>
            </a:endParaRPr>
          </a:p>
        </p:txBody>
      </p:sp>
      <p:sp>
        <p:nvSpPr>
          <p:cNvPr id="201" name="Google Shape;201;p41"/>
          <p:cNvSpPr/>
          <p:nvPr/>
        </p:nvSpPr>
        <p:spPr>
          <a:xfrm>
            <a:off x="369250" y="3248651"/>
            <a:ext cx="3994500" cy="665400"/>
          </a:xfrm>
          <a:prstGeom prst="roundRect">
            <a:avLst>
              <a:gd fmla="val 18197" name="adj"/>
            </a:avLst>
          </a:prstGeom>
          <a:solidFill>
            <a:schemeClr val="lt1"/>
          </a:solidFill>
          <a:ln cap="flat" cmpd="sng" w="9525">
            <a:solidFill>
              <a:schemeClr val="dk1"/>
            </a:solidFill>
            <a:prstDash val="solid"/>
            <a:round/>
            <a:headEnd len="sm" w="sm" type="none"/>
            <a:tailEnd len="sm" w="sm" type="none"/>
          </a:ln>
        </p:spPr>
        <p:txBody>
          <a:bodyPr anchorCtr="0" anchor="t" bIns="180000" lIns="72000" spcFirstLastPara="1" rIns="0" wrap="square" tIns="72000">
            <a:noAutofit/>
          </a:bodyPr>
          <a:lstStyle/>
          <a:p>
            <a:pPr indent="0" lvl="0" marL="0" rtl="0" algn="l">
              <a:lnSpc>
                <a:spcPct val="115000"/>
              </a:lnSpc>
              <a:spcBef>
                <a:spcPts val="0"/>
              </a:spcBef>
              <a:spcAft>
                <a:spcPts val="250"/>
              </a:spcAft>
              <a:buNone/>
            </a:pPr>
            <a:r>
              <a:rPr b="1" lang="es" sz="2500">
                <a:solidFill>
                  <a:srgbClr val="04138B"/>
                </a:solidFill>
                <a:latin typeface="Lato"/>
                <a:ea typeface="Lato"/>
                <a:cs typeface="Lato"/>
                <a:sym typeface="Lato"/>
              </a:rPr>
              <a:t>1 </a:t>
            </a:r>
            <a:r>
              <a:rPr b="1" lang="es" sz="1200">
                <a:solidFill>
                  <a:schemeClr val="dk1"/>
                </a:solidFill>
                <a:latin typeface="Lato"/>
                <a:ea typeface="Lato"/>
                <a:cs typeface="Lato"/>
                <a:sym typeface="Lato"/>
              </a:rPr>
              <a:t>INCIDENCIA CERRADA</a:t>
            </a:r>
            <a:endParaRPr b="1" sz="1200">
              <a:solidFill>
                <a:schemeClr val="dk1"/>
              </a:solidFill>
              <a:latin typeface="Lato"/>
              <a:ea typeface="Lato"/>
              <a:cs typeface="Lato"/>
              <a:sym typeface="Lato"/>
            </a:endParaRPr>
          </a:p>
        </p:txBody>
      </p:sp>
      <p:sp>
        <p:nvSpPr>
          <p:cNvPr id="202" name="Google Shape;202;p41"/>
          <p:cNvSpPr txBox="1"/>
          <p:nvPr/>
        </p:nvSpPr>
        <p:spPr>
          <a:xfrm>
            <a:off x="2566722" y="3291047"/>
            <a:ext cx="481800" cy="24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rgbClr val="38761D"/>
                </a:solidFill>
                <a:latin typeface="Lato"/>
                <a:ea typeface="Lato"/>
                <a:cs typeface="Lato"/>
                <a:sym typeface="Lato"/>
              </a:rPr>
              <a:t>38%</a:t>
            </a:r>
            <a:endParaRPr sz="1100">
              <a:solidFill>
                <a:srgbClr val="38761D"/>
              </a:solidFill>
              <a:latin typeface="Lato"/>
              <a:ea typeface="Lato"/>
              <a:cs typeface="Lato"/>
              <a:sym typeface="Lato"/>
            </a:endParaRPr>
          </a:p>
        </p:txBody>
      </p:sp>
      <p:sp>
        <p:nvSpPr>
          <p:cNvPr id="203" name="Google Shape;203;p41"/>
          <p:cNvSpPr/>
          <p:nvPr/>
        </p:nvSpPr>
        <p:spPr>
          <a:xfrm rot="10800000">
            <a:off x="2515116" y="3423993"/>
            <a:ext cx="109500" cy="90000"/>
          </a:xfrm>
          <a:prstGeom prst="triangle">
            <a:avLst>
              <a:gd fmla="val 50000" name="adj"/>
            </a:avLst>
          </a:prstGeom>
          <a:solidFill>
            <a:srgbClr val="3876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41"/>
          <p:cNvSpPr/>
          <p:nvPr/>
        </p:nvSpPr>
        <p:spPr>
          <a:xfrm>
            <a:off x="369250" y="4049301"/>
            <a:ext cx="3994500" cy="665400"/>
          </a:xfrm>
          <a:prstGeom prst="roundRect">
            <a:avLst>
              <a:gd fmla="val 18197" name="adj"/>
            </a:avLst>
          </a:prstGeom>
          <a:solidFill>
            <a:schemeClr val="lt1"/>
          </a:solidFill>
          <a:ln cap="flat" cmpd="sng" w="9525">
            <a:solidFill>
              <a:schemeClr val="dk1"/>
            </a:solidFill>
            <a:prstDash val="solid"/>
            <a:round/>
            <a:headEnd len="sm" w="sm" type="none"/>
            <a:tailEnd len="sm" w="sm" type="none"/>
          </a:ln>
        </p:spPr>
        <p:txBody>
          <a:bodyPr anchorCtr="0" anchor="t" bIns="180000" lIns="72000" spcFirstLastPara="1" rIns="0" wrap="square" tIns="72000">
            <a:noAutofit/>
          </a:bodyPr>
          <a:lstStyle/>
          <a:p>
            <a:pPr indent="0" lvl="0" marL="0" rtl="0" algn="l">
              <a:lnSpc>
                <a:spcPct val="115000"/>
              </a:lnSpc>
              <a:spcBef>
                <a:spcPts val="0"/>
              </a:spcBef>
              <a:spcAft>
                <a:spcPts val="250"/>
              </a:spcAft>
              <a:buNone/>
            </a:pPr>
            <a:r>
              <a:rPr b="1" lang="es" sz="2500">
                <a:solidFill>
                  <a:srgbClr val="04138B"/>
                </a:solidFill>
                <a:latin typeface="Lato"/>
                <a:ea typeface="Lato"/>
                <a:cs typeface="Lato"/>
                <a:sym typeface="Lato"/>
              </a:rPr>
              <a:t>3 </a:t>
            </a:r>
            <a:r>
              <a:rPr b="1" lang="es" sz="1200">
                <a:solidFill>
                  <a:srgbClr val="001391"/>
                </a:solidFill>
                <a:latin typeface="Lato"/>
                <a:ea typeface="Lato"/>
                <a:cs typeface="Lato"/>
                <a:sym typeface="Lato"/>
              </a:rPr>
              <a:t>DÍAS DE RESOLUCIÓN </a:t>
            </a:r>
            <a:r>
              <a:rPr i="1" lang="es" sz="800">
                <a:solidFill>
                  <a:srgbClr val="001391"/>
                </a:solidFill>
                <a:latin typeface="Lato"/>
                <a:ea typeface="Lato"/>
                <a:cs typeface="Lato"/>
                <a:sym typeface="Lato"/>
              </a:rPr>
              <a:t>(EN PROMEDIO)</a:t>
            </a:r>
            <a:endParaRPr i="1" sz="800">
              <a:solidFill>
                <a:srgbClr val="001391"/>
              </a:solidFill>
              <a:latin typeface="Lato"/>
              <a:ea typeface="Lato"/>
              <a:cs typeface="Lato"/>
              <a:sym typeface="Lato"/>
            </a:endParaRPr>
          </a:p>
        </p:txBody>
      </p:sp>
      <p:sp>
        <p:nvSpPr>
          <p:cNvPr id="205" name="Google Shape;205;p41"/>
          <p:cNvSpPr txBox="1"/>
          <p:nvPr/>
        </p:nvSpPr>
        <p:spPr>
          <a:xfrm>
            <a:off x="3088685" y="4143052"/>
            <a:ext cx="481800" cy="24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rgbClr val="38761D"/>
                </a:solidFill>
                <a:latin typeface="Lato"/>
                <a:ea typeface="Lato"/>
                <a:cs typeface="Lato"/>
                <a:sym typeface="Lato"/>
              </a:rPr>
              <a:t>38%</a:t>
            </a:r>
            <a:endParaRPr sz="1100">
              <a:solidFill>
                <a:srgbClr val="38761D"/>
              </a:solidFill>
              <a:latin typeface="Lato"/>
              <a:ea typeface="Lato"/>
              <a:cs typeface="Lato"/>
              <a:sym typeface="Lato"/>
            </a:endParaRPr>
          </a:p>
        </p:txBody>
      </p:sp>
      <p:sp>
        <p:nvSpPr>
          <p:cNvPr id="206" name="Google Shape;206;p41"/>
          <p:cNvSpPr/>
          <p:nvPr/>
        </p:nvSpPr>
        <p:spPr>
          <a:xfrm rot="10800000">
            <a:off x="3037079" y="4275999"/>
            <a:ext cx="109500" cy="90000"/>
          </a:xfrm>
          <a:prstGeom prst="triangle">
            <a:avLst>
              <a:gd fmla="val 50000" name="adj"/>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41"/>
          <p:cNvSpPr/>
          <p:nvPr/>
        </p:nvSpPr>
        <p:spPr>
          <a:xfrm>
            <a:off x="369250" y="2448001"/>
            <a:ext cx="3994500" cy="665400"/>
          </a:xfrm>
          <a:prstGeom prst="roundRect">
            <a:avLst>
              <a:gd fmla="val 18197" name="adj"/>
            </a:avLst>
          </a:prstGeom>
          <a:solidFill>
            <a:schemeClr val="lt1"/>
          </a:solidFill>
          <a:ln cap="flat" cmpd="sng" w="9525">
            <a:solidFill>
              <a:schemeClr val="dk1"/>
            </a:solidFill>
            <a:prstDash val="solid"/>
            <a:round/>
            <a:headEnd len="sm" w="sm" type="none"/>
            <a:tailEnd len="sm" w="sm" type="none"/>
          </a:ln>
        </p:spPr>
        <p:txBody>
          <a:bodyPr anchorCtr="0" anchor="t" bIns="180000" lIns="72000" spcFirstLastPara="1" rIns="0" wrap="square" tIns="72000">
            <a:noAutofit/>
          </a:bodyPr>
          <a:lstStyle/>
          <a:p>
            <a:pPr indent="0" lvl="0" marL="0" rtl="0" algn="l">
              <a:lnSpc>
                <a:spcPct val="115000"/>
              </a:lnSpc>
              <a:spcBef>
                <a:spcPts val="0"/>
              </a:spcBef>
              <a:spcAft>
                <a:spcPts val="250"/>
              </a:spcAft>
              <a:buNone/>
            </a:pPr>
            <a:r>
              <a:rPr b="1" lang="es" sz="2500">
                <a:solidFill>
                  <a:srgbClr val="04138B"/>
                </a:solidFill>
                <a:latin typeface="Lato"/>
                <a:ea typeface="Lato"/>
                <a:cs typeface="Lato"/>
                <a:sym typeface="Lato"/>
              </a:rPr>
              <a:t>1 </a:t>
            </a:r>
            <a:r>
              <a:rPr b="1" lang="es" sz="1200">
                <a:solidFill>
                  <a:srgbClr val="001391"/>
                </a:solidFill>
                <a:latin typeface="Lato"/>
                <a:ea typeface="Lato"/>
                <a:cs typeface="Lato"/>
                <a:sym typeface="Lato"/>
              </a:rPr>
              <a:t>NUEVA INCIDENCIA</a:t>
            </a:r>
            <a:endParaRPr b="1" sz="1200">
              <a:solidFill>
                <a:srgbClr val="001391"/>
              </a:solidFill>
              <a:latin typeface="Lato"/>
              <a:ea typeface="Lato"/>
              <a:cs typeface="Lato"/>
              <a:sym typeface="Lato"/>
            </a:endParaRPr>
          </a:p>
        </p:txBody>
      </p:sp>
      <p:sp>
        <p:nvSpPr>
          <p:cNvPr id="208" name="Google Shape;208;p41"/>
          <p:cNvSpPr/>
          <p:nvPr/>
        </p:nvSpPr>
        <p:spPr>
          <a:xfrm>
            <a:off x="2903031" y="2499601"/>
            <a:ext cx="1540800" cy="562200"/>
          </a:xfrm>
          <a:prstGeom prst="rect">
            <a:avLst/>
          </a:prstGeom>
          <a:noFill/>
          <a:ln>
            <a:noFill/>
          </a:ln>
        </p:spPr>
        <p:txBody>
          <a:bodyPr anchorCtr="0" anchor="ctr" bIns="18000" lIns="90000" spcFirstLastPara="1" rIns="90000" wrap="square" tIns="18000">
            <a:noAutofit/>
          </a:bodyPr>
          <a:lstStyle/>
          <a:p>
            <a:pPr indent="0" lvl="0" marL="0" rtl="0" algn="l">
              <a:lnSpc>
                <a:spcPct val="100000"/>
              </a:lnSpc>
              <a:spcBef>
                <a:spcPts val="0"/>
              </a:spcBef>
              <a:spcAft>
                <a:spcPts val="0"/>
              </a:spcAft>
              <a:buNone/>
            </a:pPr>
            <a:r>
              <a:rPr b="1" lang="es" sz="1200">
                <a:solidFill>
                  <a:srgbClr val="04138B"/>
                </a:solidFill>
                <a:latin typeface="Lato"/>
                <a:ea typeface="Lato"/>
                <a:cs typeface="Lato"/>
                <a:sym typeface="Lato"/>
              </a:rPr>
              <a:t>ANTES</a:t>
            </a:r>
            <a:r>
              <a:rPr lang="es" sz="1200">
                <a:solidFill>
                  <a:srgbClr val="04138B"/>
                </a:solidFill>
                <a:latin typeface="Lato Light"/>
                <a:ea typeface="Lato Light"/>
                <a:cs typeface="Lato Light"/>
                <a:sym typeface="Lato Light"/>
              </a:rPr>
              <a:t>: 2</a:t>
            </a:r>
            <a:endParaRPr sz="1200">
              <a:solidFill>
                <a:srgbClr val="04138B"/>
              </a:solidFill>
              <a:latin typeface="Lato Light"/>
              <a:ea typeface="Lato Light"/>
              <a:cs typeface="Lato Light"/>
              <a:sym typeface="Lato Light"/>
            </a:endParaRPr>
          </a:p>
          <a:p>
            <a:pPr indent="0" lvl="0" marL="0" rtl="0" algn="l">
              <a:lnSpc>
                <a:spcPct val="100000"/>
              </a:lnSpc>
              <a:spcBef>
                <a:spcPts val="0"/>
              </a:spcBef>
              <a:spcAft>
                <a:spcPts val="0"/>
              </a:spcAft>
              <a:buNone/>
            </a:pPr>
            <a:r>
              <a:rPr b="1" lang="es" sz="1200">
                <a:solidFill>
                  <a:srgbClr val="04138B"/>
                </a:solidFill>
                <a:latin typeface="Lato"/>
                <a:ea typeface="Lato"/>
                <a:cs typeface="Lato"/>
                <a:sym typeface="Lato"/>
              </a:rPr>
              <a:t>AHORA</a:t>
            </a:r>
            <a:r>
              <a:rPr lang="es" sz="1200">
                <a:solidFill>
                  <a:srgbClr val="04138B"/>
                </a:solidFill>
                <a:latin typeface="Lato Light"/>
                <a:ea typeface="Lato Light"/>
                <a:cs typeface="Lato Light"/>
                <a:sym typeface="Lato Light"/>
              </a:rPr>
              <a:t>: 5            </a:t>
            </a:r>
            <a:endParaRPr sz="1200">
              <a:solidFill>
                <a:srgbClr val="04138B"/>
              </a:solidFill>
              <a:latin typeface="Lato Light"/>
              <a:ea typeface="Lato Light"/>
              <a:cs typeface="Lato Light"/>
              <a:sym typeface="Lato Light"/>
            </a:endParaRPr>
          </a:p>
          <a:p>
            <a:pPr indent="0" lvl="0" marL="0" rtl="0" algn="l">
              <a:lnSpc>
                <a:spcPct val="100000"/>
              </a:lnSpc>
              <a:spcBef>
                <a:spcPts val="0"/>
              </a:spcBef>
              <a:spcAft>
                <a:spcPts val="0"/>
              </a:spcAft>
              <a:buNone/>
            </a:pPr>
            <a:r>
              <a:rPr b="1" lang="es" sz="1200">
                <a:solidFill>
                  <a:srgbClr val="04138B"/>
                </a:solidFill>
                <a:latin typeface="Lato"/>
                <a:ea typeface="Lato"/>
                <a:cs typeface="Lato"/>
                <a:sym typeface="Lato"/>
              </a:rPr>
              <a:t>ACUMULADO</a:t>
            </a:r>
            <a:r>
              <a:rPr lang="es" sz="1200">
                <a:solidFill>
                  <a:srgbClr val="04138B"/>
                </a:solidFill>
                <a:latin typeface="Lato Light"/>
                <a:ea typeface="Lato Light"/>
                <a:cs typeface="Lato Light"/>
                <a:sym typeface="Lato Light"/>
              </a:rPr>
              <a:t>: 5</a:t>
            </a:r>
            <a:endParaRPr sz="1200">
              <a:solidFill>
                <a:srgbClr val="001391"/>
              </a:solidFill>
              <a:latin typeface="Source Serif 4 Black"/>
              <a:ea typeface="Source Serif 4 Black"/>
              <a:cs typeface="Source Serif 4 Black"/>
              <a:sym typeface="Source Serif 4 Black"/>
            </a:endParaRPr>
          </a:p>
        </p:txBody>
      </p:sp>
      <p:cxnSp>
        <p:nvCxnSpPr>
          <p:cNvPr id="209" name="Google Shape;209;p41"/>
          <p:cNvCxnSpPr/>
          <p:nvPr/>
        </p:nvCxnSpPr>
        <p:spPr>
          <a:xfrm>
            <a:off x="2909050" y="2511001"/>
            <a:ext cx="0" cy="539400"/>
          </a:xfrm>
          <a:prstGeom prst="straightConnector1">
            <a:avLst/>
          </a:prstGeom>
          <a:noFill/>
          <a:ln cap="flat" cmpd="sng" w="9525">
            <a:solidFill>
              <a:schemeClr val="dk1"/>
            </a:solidFill>
            <a:prstDash val="solid"/>
            <a:round/>
            <a:headEnd len="med" w="med" type="none"/>
            <a:tailEnd len="med" w="med" type="none"/>
          </a:ln>
        </p:spPr>
      </p:cxnSp>
      <p:sp>
        <p:nvSpPr>
          <p:cNvPr id="210" name="Google Shape;210;p41"/>
          <p:cNvSpPr/>
          <p:nvPr/>
        </p:nvSpPr>
        <p:spPr>
          <a:xfrm>
            <a:off x="2344951" y="2577705"/>
            <a:ext cx="109500" cy="90000"/>
          </a:xfrm>
          <a:prstGeom prst="triangle">
            <a:avLst>
              <a:gd fmla="val 50000" name="adj"/>
            </a:avLst>
          </a:prstGeom>
          <a:solidFill>
            <a:srgbClr val="CB353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41"/>
          <p:cNvSpPr txBox="1"/>
          <p:nvPr/>
        </p:nvSpPr>
        <p:spPr>
          <a:xfrm>
            <a:off x="2408501" y="2444758"/>
            <a:ext cx="481800" cy="24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rgbClr val="CB353A"/>
                </a:solidFill>
                <a:latin typeface="Lato"/>
                <a:ea typeface="Lato"/>
                <a:cs typeface="Lato"/>
                <a:sym typeface="Lato"/>
              </a:rPr>
              <a:t>21%</a:t>
            </a:r>
            <a:endParaRPr sz="1100">
              <a:solidFill>
                <a:srgbClr val="CB353A"/>
              </a:solidFill>
              <a:latin typeface="Lato"/>
              <a:ea typeface="Lato"/>
              <a:cs typeface="Lato"/>
              <a:sym typeface="Lato"/>
            </a:endParaRPr>
          </a:p>
        </p:txBody>
      </p:sp>
      <p:pic>
        <p:nvPicPr>
          <p:cNvPr id="212" name="Google Shape;212;p41"/>
          <p:cNvPicPr preferRelativeResize="0"/>
          <p:nvPr/>
        </p:nvPicPr>
        <p:blipFill rotWithShape="1">
          <a:blip r:embed="rId8">
            <a:alphaModFix/>
          </a:blip>
          <a:srcRect b="7104" l="3577" r="34530" t="19431"/>
          <a:stretch/>
        </p:blipFill>
        <p:spPr>
          <a:xfrm>
            <a:off x="4827675" y="2048372"/>
            <a:ext cx="3994500" cy="278842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2"/>
          <p:cNvSpPr/>
          <p:nvPr/>
        </p:nvSpPr>
        <p:spPr>
          <a:xfrm>
            <a:off x="348300" y="278925"/>
            <a:ext cx="8460900" cy="4520100"/>
          </a:xfrm>
          <a:prstGeom prst="roundRect">
            <a:avLst>
              <a:gd fmla="val 4831" name="adj"/>
            </a:avLst>
          </a:prstGeom>
          <a:solidFill>
            <a:srgbClr val="00139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 name="Google Shape;218;p42"/>
          <p:cNvSpPr txBox="1"/>
          <p:nvPr/>
        </p:nvSpPr>
        <p:spPr>
          <a:xfrm>
            <a:off x="714725" y="2240850"/>
            <a:ext cx="7591200" cy="12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5000">
                <a:solidFill>
                  <a:srgbClr val="FFFFFF"/>
                </a:solidFill>
                <a:latin typeface="Source Serif 4"/>
                <a:ea typeface="Source Serif 4"/>
                <a:cs typeface="Source Serif 4"/>
                <a:sym typeface="Source Serif 4"/>
              </a:rPr>
              <a:t>Gráficos de evolución</a:t>
            </a:r>
            <a:endParaRPr b="1" sz="2000">
              <a:solidFill>
                <a:schemeClr val="accent6"/>
              </a:solidFill>
              <a:latin typeface="Source Serif 4"/>
              <a:ea typeface="Source Serif 4"/>
              <a:cs typeface="Source Serif 4"/>
              <a:sym typeface="Source Serif 4"/>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3"/>
          <p:cNvSpPr/>
          <p:nvPr/>
        </p:nvSpPr>
        <p:spPr>
          <a:xfrm>
            <a:off x="241450" y="670350"/>
            <a:ext cx="4049700" cy="19704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914400" rtl="0" algn="l">
              <a:spcBef>
                <a:spcPts val="0"/>
              </a:spcBef>
              <a:spcAft>
                <a:spcPts val="0"/>
              </a:spcAft>
              <a:buNone/>
            </a:pPr>
            <a:r>
              <a:rPr b="1" lang="es" sz="1300" u="sng">
                <a:solidFill>
                  <a:srgbClr val="04137B"/>
                </a:solidFill>
                <a:latin typeface="Lato"/>
                <a:ea typeface="Lato"/>
                <a:cs typeface="Lato"/>
                <a:sym typeface="Lato"/>
              </a:rPr>
              <a:t>Antigüedad del backlog</a:t>
            </a:r>
            <a:endParaRPr sz="1300">
              <a:solidFill>
                <a:srgbClr val="04137B"/>
              </a:solidFill>
              <a:latin typeface="Lato"/>
              <a:ea typeface="Lato"/>
              <a:cs typeface="Lato"/>
              <a:sym typeface="Lato"/>
            </a:endParaRPr>
          </a:p>
        </p:txBody>
      </p:sp>
      <p:sp>
        <p:nvSpPr>
          <p:cNvPr id="224" name="Google Shape;224;p43"/>
          <p:cNvSpPr txBox="1"/>
          <p:nvPr/>
        </p:nvSpPr>
        <p:spPr>
          <a:xfrm>
            <a:off x="241450" y="83550"/>
            <a:ext cx="8902500" cy="49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2200">
                <a:solidFill>
                  <a:srgbClr val="04138B"/>
                </a:solidFill>
                <a:latin typeface="Source Serif 4"/>
                <a:ea typeface="Source Serif 4"/>
                <a:cs typeface="Source Serif 4"/>
                <a:sym typeface="Source Serif 4"/>
              </a:rPr>
              <a:t>Seguimiento de KPIs - Gráficos</a:t>
            </a:r>
            <a:endParaRPr b="1" sz="2200">
              <a:solidFill>
                <a:srgbClr val="04138B"/>
              </a:solidFill>
              <a:latin typeface="Source Serif 4"/>
              <a:ea typeface="Source Serif 4"/>
              <a:cs typeface="Source Serif 4"/>
              <a:sym typeface="Source Serif 4"/>
            </a:endParaRPr>
          </a:p>
        </p:txBody>
      </p:sp>
      <p:sp>
        <p:nvSpPr>
          <p:cNvPr id="225" name="Google Shape;225;p43"/>
          <p:cNvSpPr/>
          <p:nvPr/>
        </p:nvSpPr>
        <p:spPr>
          <a:xfrm>
            <a:off x="241450" y="2892850"/>
            <a:ext cx="4049700" cy="19704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300" u="sng">
                <a:solidFill>
                  <a:srgbClr val="04137B"/>
                </a:solidFill>
                <a:latin typeface="Lato"/>
                <a:ea typeface="Lato"/>
                <a:cs typeface="Lato"/>
                <a:sym typeface="Lato"/>
              </a:rPr>
              <a:t>Tiempo medio de resolución</a:t>
            </a:r>
            <a:endParaRPr b="1" sz="1300" u="sng">
              <a:solidFill>
                <a:srgbClr val="04137B"/>
              </a:solidFill>
              <a:latin typeface="Lato"/>
              <a:ea typeface="Lato"/>
              <a:cs typeface="Lato"/>
              <a:sym typeface="Lato"/>
            </a:endParaRPr>
          </a:p>
          <a:p>
            <a:pPr indent="0" lvl="0" marL="0" rtl="0" algn="l">
              <a:spcBef>
                <a:spcPts val="0"/>
              </a:spcBef>
              <a:spcAft>
                <a:spcPts val="0"/>
              </a:spcAft>
              <a:buNone/>
            </a:pPr>
            <a:r>
              <a:t/>
            </a:r>
            <a:endParaRPr sz="1300" u="sng">
              <a:solidFill>
                <a:srgbClr val="04137B"/>
              </a:solidFill>
              <a:latin typeface="Lato"/>
              <a:ea typeface="Lato"/>
              <a:cs typeface="Lato"/>
              <a:sym typeface="Lato"/>
            </a:endParaRPr>
          </a:p>
        </p:txBody>
      </p:sp>
      <p:pic>
        <p:nvPicPr>
          <p:cNvPr id="226" name="Google Shape;226;p43"/>
          <p:cNvPicPr preferRelativeResize="0"/>
          <p:nvPr/>
        </p:nvPicPr>
        <p:blipFill rotWithShape="1">
          <a:blip r:embed="rId4">
            <a:alphaModFix/>
          </a:blip>
          <a:srcRect b="7382" l="4293" r="34285" t="18429"/>
          <a:stretch/>
        </p:blipFill>
        <p:spPr>
          <a:xfrm>
            <a:off x="930972" y="3392425"/>
            <a:ext cx="2580100" cy="1775625"/>
          </a:xfrm>
          <a:prstGeom prst="rect">
            <a:avLst/>
          </a:prstGeom>
          <a:noFill/>
          <a:ln>
            <a:noFill/>
          </a:ln>
        </p:spPr>
      </p:pic>
      <p:sp>
        <p:nvSpPr>
          <p:cNvPr id="227" name="Google Shape;227;p43"/>
          <p:cNvSpPr/>
          <p:nvPr/>
        </p:nvSpPr>
        <p:spPr>
          <a:xfrm>
            <a:off x="4537050" y="670350"/>
            <a:ext cx="4049700" cy="19704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300" u="sng">
                <a:solidFill>
                  <a:srgbClr val="04137B"/>
                </a:solidFill>
                <a:latin typeface="Lato"/>
                <a:ea typeface="Lato"/>
                <a:cs typeface="Lato"/>
                <a:sym typeface="Lato"/>
              </a:rPr>
              <a:t>C</a:t>
            </a:r>
            <a:r>
              <a:rPr b="1" lang="es" sz="1300" u="sng">
                <a:solidFill>
                  <a:srgbClr val="04137B"/>
                </a:solidFill>
                <a:latin typeface="Lato"/>
                <a:ea typeface="Lato"/>
                <a:cs typeface="Lato"/>
                <a:sym typeface="Lato"/>
              </a:rPr>
              <a:t>riticidad</a:t>
            </a:r>
            <a:endParaRPr b="1" sz="1300" u="sng">
              <a:solidFill>
                <a:srgbClr val="04137B"/>
              </a:solidFill>
              <a:latin typeface="Lato"/>
              <a:ea typeface="Lato"/>
              <a:cs typeface="Lato"/>
              <a:sym typeface="Lato"/>
            </a:endParaRPr>
          </a:p>
          <a:p>
            <a:pPr indent="0" lvl="0" marL="0" rtl="0" algn="l">
              <a:spcBef>
                <a:spcPts val="0"/>
              </a:spcBef>
              <a:spcAft>
                <a:spcPts val="0"/>
              </a:spcAft>
              <a:buNone/>
            </a:pPr>
            <a:r>
              <a:t/>
            </a:r>
            <a:endParaRPr sz="1300">
              <a:solidFill>
                <a:srgbClr val="04137B"/>
              </a:solidFill>
              <a:latin typeface="Lato"/>
              <a:ea typeface="Lato"/>
              <a:cs typeface="Lato"/>
              <a:sym typeface="Lato"/>
            </a:endParaRPr>
          </a:p>
        </p:txBody>
      </p:sp>
      <p:sp>
        <p:nvSpPr>
          <p:cNvPr id="228" name="Google Shape;228;p43"/>
          <p:cNvSpPr/>
          <p:nvPr/>
        </p:nvSpPr>
        <p:spPr>
          <a:xfrm>
            <a:off x="4537050" y="2892850"/>
            <a:ext cx="4049700" cy="19704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300" u="sng">
                <a:solidFill>
                  <a:srgbClr val="04137B"/>
                </a:solidFill>
                <a:latin typeface="Lato"/>
                <a:ea typeface="Lato"/>
                <a:cs typeface="Lato"/>
                <a:sym typeface="Lato"/>
              </a:rPr>
              <a:t>Origen de las incidencias por tipo de cliente</a:t>
            </a:r>
            <a:endParaRPr sz="1300">
              <a:solidFill>
                <a:srgbClr val="04137B"/>
              </a:solidFill>
              <a:latin typeface="Lato"/>
              <a:ea typeface="Lato"/>
              <a:cs typeface="Lato"/>
              <a:sym typeface="Lato"/>
            </a:endParaRPr>
          </a:p>
        </p:txBody>
      </p:sp>
      <p:pic>
        <p:nvPicPr>
          <p:cNvPr id="229" name="Google Shape;229;p43"/>
          <p:cNvPicPr preferRelativeResize="0"/>
          <p:nvPr/>
        </p:nvPicPr>
        <p:blipFill rotWithShape="1">
          <a:blip r:embed="rId5">
            <a:alphaModFix/>
          </a:blip>
          <a:srcRect b="7083" l="4275" r="36438" t="33693"/>
          <a:stretch/>
        </p:blipFill>
        <p:spPr>
          <a:xfrm>
            <a:off x="566500" y="1047597"/>
            <a:ext cx="3399599" cy="1912425"/>
          </a:xfrm>
          <a:prstGeom prst="rect">
            <a:avLst/>
          </a:prstGeom>
          <a:noFill/>
          <a:ln>
            <a:noFill/>
          </a:ln>
        </p:spPr>
      </p:pic>
      <p:pic>
        <p:nvPicPr>
          <p:cNvPr id="230" name="Google Shape;230;p43"/>
          <p:cNvPicPr preferRelativeResize="0"/>
          <p:nvPr/>
        </p:nvPicPr>
        <p:blipFill rotWithShape="1">
          <a:blip r:embed="rId6">
            <a:alphaModFix/>
          </a:blip>
          <a:srcRect b="7684" l="4796" r="4878" t="17281"/>
          <a:stretch/>
        </p:blipFill>
        <p:spPr>
          <a:xfrm>
            <a:off x="4754425" y="3447875"/>
            <a:ext cx="3699150" cy="1720175"/>
          </a:xfrm>
          <a:prstGeom prst="rect">
            <a:avLst/>
          </a:prstGeom>
          <a:noFill/>
          <a:ln>
            <a:noFill/>
          </a:ln>
        </p:spPr>
      </p:pic>
      <p:pic>
        <p:nvPicPr>
          <p:cNvPr id="231" name="Google Shape;231;p43"/>
          <p:cNvPicPr preferRelativeResize="0"/>
          <p:nvPr/>
        </p:nvPicPr>
        <p:blipFill rotWithShape="1">
          <a:blip r:embed="rId7">
            <a:alphaModFix/>
          </a:blip>
          <a:srcRect b="16105" l="6267" r="34442" t="25606"/>
          <a:stretch/>
        </p:blipFill>
        <p:spPr>
          <a:xfrm>
            <a:off x="5187100" y="1172125"/>
            <a:ext cx="2647575" cy="1578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4"/>
          <p:cNvSpPr txBox="1"/>
          <p:nvPr>
            <p:ph type="title"/>
          </p:nvPr>
        </p:nvSpPr>
        <p:spPr>
          <a:xfrm>
            <a:off x="342000" y="226800"/>
            <a:ext cx="6709800" cy="385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s"/>
              <a:t>Otras gráficas que podemos incluir</a:t>
            </a:r>
            <a:endParaRPr/>
          </a:p>
        </p:txBody>
      </p:sp>
      <p:pic>
        <p:nvPicPr>
          <p:cNvPr id="237" name="Google Shape;237;p44"/>
          <p:cNvPicPr preferRelativeResize="0"/>
          <p:nvPr/>
        </p:nvPicPr>
        <p:blipFill>
          <a:blip r:embed="rId3">
            <a:alphaModFix/>
          </a:blip>
          <a:stretch>
            <a:fillRect/>
          </a:stretch>
        </p:blipFill>
        <p:spPr>
          <a:xfrm>
            <a:off x="331100" y="787500"/>
            <a:ext cx="3916400" cy="2237943"/>
          </a:xfrm>
          <a:prstGeom prst="rect">
            <a:avLst/>
          </a:prstGeom>
          <a:noFill/>
          <a:ln>
            <a:noFill/>
          </a:ln>
        </p:spPr>
      </p:pic>
      <p:pic>
        <p:nvPicPr>
          <p:cNvPr id="238" name="Google Shape;238;p44"/>
          <p:cNvPicPr preferRelativeResize="0"/>
          <p:nvPr/>
        </p:nvPicPr>
        <p:blipFill>
          <a:blip r:embed="rId4">
            <a:alphaModFix/>
          </a:blip>
          <a:stretch>
            <a:fillRect/>
          </a:stretch>
        </p:blipFill>
        <p:spPr>
          <a:xfrm>
            <a:off x="4068800" y="2361598"/>
            <a:ext cx="4245075" cy="240460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5"/>
          <p:cNvSpPr/>
          <p:nvPr/>
        </p:nvSpPr>
        <p:spPr>
          <a:xfrm>
            <a:off x="348300" y="278925"/>
            <a:ext cx="8460900" cy="4520100"/>
          </a:xfrm>
          <a:prstGeom prst="roundRect">
            <a:avLst>
              <a:gd fmla="val 4831" name="adj"/>
            </a:avLst>
          </a:prstGeom>
          <a:solidFill>
            <a:srgbClr val="00139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45"/>
          <p:cNvSpPr txBox="1"/>
          <p:nvPr/>
        </p:nvSpPr>
        <p:spPr>
          <a:xfrm>
            <a:off x="714725" y="2240850"/>
            <a:ext cx="7591200" cy="12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5000">
                <a:solidFill>
                  <a:srgbClr val="FFFFFF"/>
                </a:solidFill>
                <a:latin typeface="Source Serif 4"/>
                <a:ea typeface="Source Serif 4"/>
                <a:cs typeface="Source Serif 4"/>
                <a:sym typeface="Source Serif 4"/>
              </a:rPr>
              <a:t>Detalle de las incidencias maestras</a:t>
            </a:r>
            <a:endParaRPr b="1" sz="2000">
              <a:solidFill>
                <a:schemeClr val="accent6"/>
              </a:solidFill>
              <a:latin typeface="Source Serif 4"/>
              <a:ea typeface="Source Serif 4"/>
              <a:cs typeface="Source Serif 4"/>
              <a:sym typeface="Source Serif 4"/>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graphicFrame>
        <p:nvGraphicFramePr>
          <p:cNvPr id="249" name="Google Shape;249;p46"/>
          <p:cNvGraphicFramePr/>
          <p:nvPr/>
        </p:nvGraphicFramePr>
        <p:xfrm>
          <a:off x="241450" y="2250150"/>
          <a:ext cx="3000000" cy="3000000"/>
        </p:xfrm>
        <a:graphic>
          <a:graphicData uri="http://schemas.openxmlformats.org/drawingml/2006/table">
            <a:tbl>
              <a:tblPr>
                <a:noFill/>
                <a:tableStyleId>{8066247C-4CC9-442F-B5FC-95EB723CFAD2}</a:tableStyleId>
              </a:tblPr>
              <a:tblGrid>
                <a:gridCol w="464075"/>
                <a:gridCol w="2240500"/>
                <a:gridCol w="1484225"/>
                <a:gridCol w="881075"/>
              </a:tblGrid>
              <a:tr h="393325">
                <a:tc>
                  <a:txBody>
                    <a:bodyPr/>
                    <a:lstStyle/>
                    <a:p>
                      <a:pPr indent="0" lvl="0" marL="0" rtl="0" algn="ctr">
                        <a:spcBef>
                          <a:spcPts val="0"/>
                        </a:spcBef>
                        <a:spcAft>
                          <a:spcPts val="0"/>
                        </a:spcAft>
                        <a:buNone/>
                      </a:pPr>
                      <a:r>
                        <a:rPr b="1" lang="es" sz="1200">
                          <a:solidFill>
                            <a:srgbClr val="FFFFFF"/>
                          </a:solidFill>
                          <a:latin typeface="Lato"/>
                          <a:ea typeface="Lato"/>
                          <a:cs typeface="Lato"/>
                          <a:sym typeface="Lato"/>
                        </a:rPr>
                        <a:t>#</a:t>
                      </a:r>
                      <a:endParaRPr b="1" sz="1200">
                        <a:solidFill>
                          <a:srgbClr val="FFFFFF"/>
                        </a:solidFill>
                        <a:latin typeface="Lato"/>
                        <a:ea typeface="Lato"/>
                        <a:cs typeface="Lato"/>
                        <a:sym typeface="Lato"/>
                      </a:endParaRPr>
                    </a:p>
                  </a:txBody>
                  <a:tcPr marT="91425" marB="91425" marR="91425" marL="91425" anchor="ctr">
                    <a:solidFill>
                      <a:srgbClr val="001391"/>
                    </a:solidFill>
                  </a:tcPr>
                </a:tc>
                <a:tc>
                  <a:txBody>
                    <a:bodyPr/>
                    <a:lstStyle/>
                    <a:p>
                      <a:pPr indent="0" lvl="0" marL="0" rtl="0" algn="ctr">
                        <a:spcBef>
                          <a:spcPts val="0"/>
                        </a:spcBef>
                        <a:spcAft>
                          <a:spcPts val="0"/>
                        </a:spcAft>
                        <a:buNone/>
                      </a:pPr>
                      <a:r>
                        <a:rPr b="1" lang="es" sz="1200">
                          <a:solidFill>
                            <a:srgbClr val="FFFFFF"/>
                          </a:solidFill>
                          <a:latin typeface="Lato"/>
                          <a:ea typeface="Lato"/>
                          <a:cs typeface="Lato"/>
                          <a:sym typeface="Lato"/>
                        </a:rPr>
                        <a:t>Incidencia</a:t>
                      </a:r>
                      <a:endParaRPr b="1" sz="1200">
                        <a:solidFill>
                          <a:srgbClr val="FFFFFF"/>
                        </a:solidFill>
                        <a:latin typeface="Lato"/>
                        <a:ea typeface="Lato"/>
                        <a:cs typeface="Lato"/>
                        <a:sym typeface="Lato"/>
                      </a:endParaRPr>
                    </a:p>
                  </a:txBody>
                  <a:tcPr marT="91425" marB="91425" marR="91425" marL="91425" anchor="ctr">
                    <a:solidFill>
                      <a:srgbClr val="001391"/>
                    </a:solidFill>
                  </a:tcPr>
                </a:tc>
                <a:tc>
                  <a:txBody>
                    <a:bodyPr/>
                    <a:lstStyle/>
                    <a:p>
                      <a:pPr indent="0" lvl="0" marL="0" rtl="0" algn="ctr">
                        <a:spcBef>
                          <a:spcPts val="0"/>
                        </a:spcBef>
                        <a:spcAft>
                          <a:spcPts val="0"/>
                        </a:spcAft>
                        <a:buNone/>
                      </a:pPr>
                      <a:r>
                        <a:rPr b="1" lang="es" sz="1200">
                          <a:solidFill>
                            <a:srgbClr val="FFFFFF"/>
                          </a:solidFill>
                          <a:latin typeface="Lato"/>
                          <a:ea typeface="Lato"/>
                          <a:cs typeface="Lato"/>
                          <a:sym typeface="Lato"/>
                        </a:rPr>
                        <a:t>Clientes afectados</a:t>
                      </a:r>
                      <a:endParaRPr b="1" sz="1200">
                        <a:solidFill>
                          <a:srgbClr val="FFFFFF"/>
                        </a:solidFill>
                        <a:latin typeface="Lato"/>
                        <a:ea typeface="Lato"/>
                        <a:cs typeface="Lato"/>
                        <a:sym typeface="Lato"/>
                      </a:endParaRPr>
                    </a:p>
                  </a:txBody>
                  <a:tcPr marT="91425" marB="91425" marR="91425" marL="91425" anchor="ctr">
                    <a:solidFill>
                      <a:srgbClr val="001391"/>
                    </a:solidFill>
                  </a:tcPr>
                </a:tc>
                <a:tc>
                  <a:txBody>
                    <a:bodyPr/>
                    <a:lstStyle/>
                    <a:p>
                      <a:pPr indent="0" lvl="0" marL="0" rtl="0" algn="ctr">
                        <a:spcBef>
                          <a:spcPts val="0"/>
                        </a:spcBef>
                        <a:spcAft>
                          <a:spcPts val="0"/>
                        </a:spcAft>
                        <a:buNone/>
                      </a:pPr>
                      <a:r>
                        <a:rPr b="1" lang="es" sz="1200">
                          <a:solidFill>
                            <a:srgbClr val="FFFFFF"/>
                          </a:solidFill>
                          <a:latin typeface="Lato"/>
                          <a:ea typeface="Lato"/>
                          <a:cs typeface="Lato"/>
                          <a:sym typeface="Lato"/>
                        </a:rPr>
                        <a:t>Estado</a:t>
                      </a:r>
                      <a:endParaRPr b="1" sz="1200">
                        <a:solidFill>
                          <a:srgbClr val="FFFFFF"/>
                        </a:solidFill>
                        <a:latin typeface="Lato"/>
                        <a:ea typeface="Lato"/>
                        <a:cs typeface="Lato"/>
                        <a:sym typeface="Lato"/>
                      </a:endParaRPr>
                    </a:p>
                  </a:txBody>
                  <a:tcPr marT="91425" marB="91425" marR="91425" marL="91425" anchor="ctr">
                    <a:solidFill>
                      <a:srgbClr val="001391"/>
                    </a:solidFill>
                  </a:tcPr>
                </a:tc>
              </a:tr>
              <a:tr h="461775">
                <a:tc>
                  <a:txBody>
                    <a:bodyPr/>
                    <a:lstStyle/>
                    <a:p>
                      <a:pPr indent="0" lvl="0" marL="0" rtl="0" algn="ctr">
                        <a:spcBef>
                          <a:spcPts val="0"/>
                        </a:spcBef>
                        <a:spcAft>
                          <a:spcPts val="0"/>
                        </a:spcAft>
                        <a:buNone/>
                      </a:pPr>
                      <a:r>
                        <a:rPr lang="es" sz="1200">
                          <a:solidFill>
                            <a:srgbClr val="001391"/>
                          </a:solidFill>
                          <a:latin typeface="Lato"/>
                          <a:ea typeface="Lato"/>
                          <a:cs typeface="Lato"/>
                          <a:sym typeface="Lato"/>
                        </a:rPr>
                        <a:t>1</a:t>
                      </a:r>
                      <a:endParaRPr sz="12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1200">
                          <a:solidFill>
                            <a:srgbClr val="001391"/>
                          </a:solidFill>
                          <a:latin typeface="Lato"/>
                          <a:ea typeface="Lato"/>
                          <a:cs typeface="Lato"/>
                          <a:sym typeface="Lato"/>
                        </a:rPr>
                        <a:t>TBD</a:t>
                      </a:r>
                      <a:endParaRPr sz="12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ctr">
                        <a:spcBef>
                          <a:spcPts val="0"/>
                        </a:spcBef>
                        <a:spcAft>
                          <a:spcPts val="0"/>
                        </a:spcAft>
                        <a:buNone/>
                      </a:pPr>
                      <a:r>
                        <a:rPr lang="es" sz="1200">
                          <a:solidFill>
                            <a:srgbClr val="001391"/>
                          </a:solidFill>
                          <a:latin typeface="Lato"/>
                          <a:ea typeface="Lato"/>
                          <a:cs typeface="Lato"/>
                          <a:sym typeface="Lato"/>
                        </a:rPr>
                        <a:t>xx</a:t>
                      </a:r>
                      <a:endParaRPr sz="12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ctr">
                        <a:spcBef>
                          <a:spcPts val="0"/>
                        </a:spcBef>
                        <a:spcAft>
                          <a:spcPts val="0"/>
                        </a:spcAft>
                        <a:buNone/>
                      </a:pPr>
                      <a:r>
                        <a:rPr lang="es" sz="1200">
                          <a:solidFill>
                            <a:srgbClr val="001391"/>
                          </a:solidFill>
                          <a:latin typeface="Lato"/>
                          <a:ea typeface="Lato"/>
                          <a:cs typeface="Lato"/>
                          <a:sym typeface="Lato"/>
                        </a:rPr>
                        <a:t>Pendiente </a:t>
                      </a:r>
                      <a:endParaRPr sz="1200">
                        <a:solidFill>
                          <a:srgbClr val="001391"/>
                        </a:solidFill>
                        <a:latin typeface="Lato"/>
                        <a:ea typeface="Lato"/>
                        <a:cs typeface="Lato"/>
                        <a:sym typeface="Lato"/>
                      </a:endParaRPr>
                    </a:p>
                  </a:txBody>
                  <a:tcPr marT="91425" marB="91425" marR="91425" marL="91425">
                    <a:solidFill>
                      <a:srgbClr val="FDB7B7">
                        <a:alpha val="27669"/>
                      </a:srgbClr>
                    </a:solidFill>
                  </a:tcPr>
                </a:tc>
              </a:tr>
              <a:tr h="461775">
                <a:tc>
                  <a:txBody>
                    <a:bodyPr/>
                    <a:lstStyle/>
                    <a:p>
                      <a:pPr indent="0" lvl="0" marL="0" rtl="0" algn="ctr">
                        <a:spcBef>
                          <a:spcPts val="0"/>
                        </a:spcBef>
                        <a:spcAft>
                          <a:spcPts val="0"/>
                        </a:spcAft>
                        <a:buNone/>
                      </a:pPr>
                      <a:r>
                        <a:rPr lang="es" sz="1200">
                          <a:solidFill>
                            <a:srgbClr val="001391"/>
                          </a:solidFill>
                          <a:latin typeface="Lato"/>
                          <a:ea typeface="Lato"/>
                          <a:cs typeface="Lato"/>
                          <a:sym typeface="Lato"/>
                        </a:rPr>
                        <a:t>2</a:t>
                      </a:r>
                      <a:endParaRPr sz="12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1200">
                          <a:solidFill>
                            <a:srgbClr val="001391"/>
                          </a:solidFill>
                          <a:latin typeface="Lato"/>
                          <a:ea typeface="Lato"/>
                          <a:cs typeface="Lato"/>
                          <a:sym typeface="Lato"/>
                        </a:rPr>
                        <a:t>TBD</a:t>
                      </a:r>
                      <a:endParaRPr sz="12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ctr">
                        <a:spcBef>
                          <a:spcPts val="0"/>
                        </a:spcBef>
                        <a:spcAft>
                          <a:spcPts val="0"/>
                        </a:spcAft>
                        <a:buNone/>
                      </a:pPr>
                      <a:r>
                        <a:rPr lang="es" sz="1200">
                          <a:solidFill>
                            <a:srgbClr val="001391"/>
                          </a:solidFill>
                          <a:latin typeface="Lato"/>
                          <a:ea typeface="Lato"/>
                          <a:cs typeface="Lato"/>
                          <a:sym typeface="Lato"/>
                        </a:rPr>
                        <a:t>xx</a:t>
                      </a:r>
                      <a:endParaRPr sz="12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ctr">
                        <a:spcBef>
                          <a:spcPts val="0"/>
                        </a:spcBef>
                        <a:spcAft>
                          <a:spcPts val="0"/>
                        </a:spcAft>
                        <a:buNone/>
                      </a:pPr>
                      <a:r>
                        <a:rPr lang="es" sz="1200">
                          <a:solidFill>
                            <a:srgbClr val="001391"/>
                          </a:solidFill>
                          <a:latin typeface="Lato"/>
                          <a:ea typeface="Lato"/>
                          <a:cs typeface="Lato"/>
                          <a:sym typeface="Lato"/>
                        </a:rPr>
                        <a:t>Resuelta</a:t>
                      </a:r>
                      <a:endParaRPr sz="1200">
                        <a:solidFill>
                          <a:srgbClr val="001391"/>
                        </a:solidFill>
                        <a:latin typeface="Lato"/>
                        <a:ea typeface="Lato"/>
                        <a:cs typeface="Lato"/>
                        <a:sym typeface="Lato"/>
                      </a:endParaRPr>
                    </a:p>
                  </a:txBody>
                  <a:tcPr marT="91425" marB="91425" marR="91425" marL="91425">
                    <a:solidFill>
                      <a:srgbClr val="88E783">
                        <a:alpha val="28300"/>
                      </a:srgbClr>
                    </a:solidFill>
                  </a:tcPr>
                </a:tc>
              </a:tr>
              <a:tr h="461775">
                <a:tc>
                  <a:txBody>
                    <a:bodyPr/>
                    <a:lstStyle/>
                    <a:p>
                      <a:pPr indent="0" lvl="0" marL="0" rtl="0" algn="ctr">
                        <a:spcBef>
                          <a:spcPts val="0"/>
                        </a:spcBef>
                        <a:spcAft>
                          <a:spcPts val="0"/>
                        </a:spcAft>
                        <a:buNone/>
                      </a:pPr>
                      <a:r>
                        <a:rPr lang="es" sz="1200">
                          <a:solidFill>
                            <a:srgbClr val="001391"/>
                          </a:solidFill>
                          <a:latin typeface="Lato"/>
                          <a:ea typeface="Lato"/>
                          <a:cs typeface="Lato"/>
                          <a:sym typeface="Lato"/>
                        </a:rPr>
                        <a:t>3</a:t>
                      </a:r>
                      <a:endParaRPr sz="12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1200">
                          <a:solidFill>
                            <a:srgbClr val="001391"/>
                          </a:solidFill>
                          <a:latin typeface="Lato"/>
                          <a:ea typeface="Lato"/>
                          <a:cs typeface="Lato"/>
                          <a:sym typeface="Lato"/>
                        </a:rPr>
                        <a:t>TBD</a:t>
                      </a:r>
                      <a:endParaRPr sz="12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ctr">
                        <a:spcBef>
                          <a:spcPts val="0"/>
                        </a:spcBef>
                        <a:spcAft>
                          <a:spcPts val="0"/>
                        </a:spcAft>
                        <a:buNone/>
                      </a:pPr>
                      <a:r>
                        <a:rPr lang="es" sz="1200">
                          <a:solidFill>
                            <a:srgbClr val="001391"/>
                          </a:solidFill>
                          <a:latin typeface="Lato"/>
                          <a:ea typeface="Lato"/>
                          <a:cs typeface="Lato"/>
                          <a:sym typeface="Lato"/>
                        </a:rPr>
                        <a:t>xx</a:t>
                      </a:r>
                      <a:endParaRPr sz="12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ctr">
                        <a:spcBef>
                          <a:spcPts val="0"/>
                        </a:spcBef>
                        <a:spcAft>
                          <a:spcPts val="0"/>
                        </a:spcAft>
                        <a:buNone/>
                      </a:pPr>
                      <a:r>
                        <a:rPr lang="es" sz="1200">
                          <a:solidFill>
                            <a:schemeClr val="dk1"/>
                          </a:solidFill>
                          <a:latin typeface="Lato"/>
                          <a:ea typeface="Lato"/>
                          <a:cs typeface="Lato"/>
                          <a:sym typeface="Lato"/>
                        </a:rPr>
                        <a:t>Pendiente </a:t>
                      </a:r>
                      <a:endParaRPr sz="1200">
                        <a:solidFill>
                          <a:schemeClr val="dk1"/>
                        </a:solidFill>
                        <a:latin typeface="Lato"/>
                        <a:ea typeface="Lato"/>
                        <a:cs typeface="Lato"/>
                        <a:sym typeface="Lato"/>
                      </a:endParaRPr>
                    </a:p>
                  </a:txBody>
                  <a:tcPr marT="91425" marB="91425" marR="91425" marL="91425">
                    <a:solidFill>
                      <a:srgbClr val="FDB7B7">
                        <a:alpha val="27669"/>
                      </a:srgbClr>
                    </a:solidFill>
                  </a:tcPr>
                </a:tc>
              </a:tr>
              <a:tr h="461775">
                <a:tc>
                  <a:txBody>
                    <a:bodyPr/>
                    <a:lstStyle/>
                    <a:p>
                      <a:pPr indent="0" lvl="0" marL="0" rtl="0" algn="ctr">
                        <a:spcBef>
                          <a:spcPts val="0"/>
                        </a:spcBef>
                        <a:spcAft>
                          <a:spcPts val="0"/>
                        </a:spcAft>
                        <a:buNone/>
                      </a:pPr>
                      <a:r>
                        <a:rPr lang="es" sz="1200">
                          <a:solidFill>
                            <a:srgbClr val="001391"/>
                          </a:solidFill>
                          <a:latin typeface="Lato"/>
                          <a:ea typeface="Lato"/>
                          <a:cs typeface="Lato"/>
                          <a:sym typeface="Lato"/>
                        </a:rPr>
                        <a:t>4</a:t>
                      </a:r>
                      <a:endParaRPr sz="12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1200">
                          <a:solidFill>
                            <a:srgbClr val="001391"/>
                          </a:solidFill>
                          <a:latin typeface="Lato"/>
                          <a:ea typeface="Lato"/>
                          <a:cs typeface="Lato"/>
                          <a:sym typeface="Lato"/>
                        </a:rPr>
                        <a:t>TBD</a:t>
                      </a:r>
                      <a:endParaRPr sz="12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ctr">
                        <a:spcBef>
                          <a:spcPts val="0"/>
                        </a:spcBef>
                        <a:spcAft>
                          <a:spcPts val="0"/>
                        </a:spcAft>
                        <a:buNone/>
                      </a:pPr>
                      <a:r>
                        <a:rPr lang="es" sz="1200">
                          <a:solidFill>
                            <a:srgbClr val="001391"/>
                          </a:solidFill>
                          <a:latin typeface="Lato"/>
                          <a:ea typeface="Lato"/>
                          <a:cs typeface="Lato"/>
                          <a:sym typeface="Lato"/>
                        </a:rPr>
                        <a:t>xx</a:t>
                      </a:r>
                      <a:endParaRPr sz="12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ctr">
                        <a:spcBef>
                          <a:spcPts val="0"/>
                        </a:spcBef>
                        <a:spcAft>
                          <a:spcPts val="0"/>
                        </a:spcAft>
                        <a:buNone/>
                      </a:pPr>
                      <a:r>
                        <a:rPr lang="es" sz="1200">
                          <a:solidFill>
                            <a:schemeClr val="dk1"/>
                          </a:solidFill>
                          <a:latin typeface="Lato"/>
                          <a:ea typeface="Lato"/>
                          <a:cs typeface="Lato"/>
                          <a:sym typeface="Lato"/>
                        </a:rPr>
                        <a:t>Pendiente </a:t>
                      </a:r>
                      <a:endParaRPr sz="1200">
                        <a:solidFill>
                          <a:schemeClr val="dk1"/>
                        </a:solidFill>
                        <a:latin typeface="Lato"/>
                        <a:ea typeface="Lato"/>
                        <a:cs typeface="Lato"/>
                        <a:sym typeface="Lato"/>
                      </a:endParaRPr>
                    </a:p>
                  </a:txBody>
                  <a:tcPr marT="91425" marB="91425" marR="91425" marL="91425">
                    <a:solidFill>
                      <a:srgbClr val="FDB7B7">
                        <a:alpha val="27669"/>
                      </a:srgbClr>
                    </a:solidFill>
                  </a:tcPr>
                </a:tc>
              </a:tr>
              <a:tr h="461775">
                <a:tc>
                  <a:txBody>
                    <a:bodyPr/>
                    <a:lstStyle/>
                    <a:p>
                      <a:pPr indent="0" lvl="0" marL="0" rtl="0" algn="ctr">
                        <a:spcBef>
                          <a:spcPts val="0"/>
                        </a:spcBef>
                        <a:spcAft>
                          <a:spcPts val="0"/>
                        </a:spcAft>
                        <a:buNone/>
                      </a:pPr>
                      <a:r>
                        <a:rPr lang="es" sz="1200">
                          <a:solidFill>
                            <a:srgbClr val="001391"/>
                          </a:solidFill>
                          <a:latin typeface="Lato"/>
                          <a:ea typeface="Lato"/>
                          <a:cs typeface="Lato"/>
                          <a:sym typeface="Lato"/>
                        </a:rPr>
                        <a:t>5</a:t>
                      </a:r>
                      <a:endParaRPr sz="12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1200">
                          <a:solidFill>
                            <a:srgbClr val="001391"/>
                          </a:solidFill>
                          <a:latin typeface="Lato"/>
                          <a:ea typeface="Lato"/>
                          <a:cs typeface="Lato"/>
                          <a:sym typeface="Lato"/>
                        </a:rPr>
                        <a:t>TBD</a:t>
                      </a:r>
                      <a:endParaRPr sz="12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ctr">
                        <a:spcBef>
                          <a:spcPts val="0"/>
                        </a:spcBef>
                        <a:spcAft>
                          <a:spcPts val="0"/>
                        </a:spcAft>
                        <a:buNone/>
                      </a:pPr>
                      <a:r>
                        <a:rPr lang="es" sz="1200">
                          <a:solidFill>
                            <a:srgbClr val="001391"/>
                          </a:solidFill>
                          <a:latin typeface="Lato"/>
                          <a:ea typeface="Lato"/>
                          <a:cs typeface="Lato"/>
                          <a:sym typeface="Lato"/>
                        </a:rPr>
                        <a:t>xx</a:t>
                      </a:r>
                      <a:endParaRPr sz="12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ctr">
                        <a:spcBef>
                          <a:spcPts val="0"/>
                        </a:spcBef>
                        <a:spcAft>
                          <a:spcPts val="0"/>
                        </a:spcAft>
                        <a:buNone/>
                      </a:pPr>
                      <a:r>
                        <a:rPr lang="es" sz="1200">
                          <a:solidFill>
                            <a:schemeClr val="dk1"/>
                          </a:solidFill>
                          <a:latin typeface="Lato"/>
                          <a:ea typeface="Lato"/>
                          <a:cs typeface="Lato"/>
                          <a:sym typeface="Lato"/>
                        </a:rPr>
                        <a:t>Pendiente </a:t>
                      </a:r>
                      <a:endParaRPr sz="1200">
                        <a:solidFill>
                          <a:schemeClr val="dk1"/>
                        </a:solidFill>
                        <a:latin typeface="Lato"/>
                        <a:ea typeface="Lato"/>
                        <a:cs typeface="Lato"/>
                        <a:sym typeface="Lato"/>
                      </a:endParaRPr>
                    </a:p>
                  </a:txBody>
                  <a:tcPr marT="91425" marB="91425" marR="91425" marL="91425">
                    <a:solidFill>
                      <a:srgbClr val="FDB7B7">
                        <a:alpha val="27669"/>
                      </a:srgbClr>
                    </a:solidFill>
                  </a:tcPr>
                </a:tc>
              </a:tr>
            </a:tbl>
          </a:graphicData>
        </a:graphic>
      </p:graphicFrame>
      <p:sp>
        <p:nvSpPr>
          <p:cNvPr id="250" name="Google Shape;250;p46"/>
          <p:cNvSpPr/>
          <p:nvPr/>
        </p:nvSpPr>
        <p:spPr>
          <a:xfrm>
            <a:off x="241450" y="670350"/>
            <a:ext cx="8558700" cy="14052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200">
                <a:solidFill>
                  <a:srgbClr val="001391"/>
                </a:solidFill>
                <a:latin typeface="Lato"/>
                <a:ea typeface="Lato"/>
                <a:cs typeface="Lato"/>
                <a:sym typeface="Lato"/>
              </a:rPr>
              <a:t>Origen de las incidencias maestras identificadas en el periodo dd/mm - dd/mm</a:t>
            </a:r>
            <a:endParaRPr b="1" sz="1200">
              <a:solidFill>
                <a:srgbClr val="001391"/>
              </a:solidFill>
              <a:latin typeface="Lato"/>
              <a:ea typeface="Lato"/>
              <a:cs typeface="Lato"/>
              <a:sym typeface="Lato"/>
            </a:endParaRPr>
          </a:p>
        </p:txBody>
      </p:sp>
      <p:sp>
        <p:nvSpPr>
          <p:cNvPr id="251" name="Google Shape;251;p46"/>
          <p:cNvSpPr txBox="1"/>
          <p:nvPr/>
        </p:nvSpPr>
        <p:spPr>
          <a:xfrm>
            <a:off x="241450" y="83550"/>
            <a:ext cx="8902500" cy="49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2200">
                <a:solidFill>
                  <a:srgbClr val="04138B"/>
                </a:solidFill>
                <a:latin typeface="Source Serif 4"/>
                <a:ea typeface="Source Serif 4"/>
                <a:cs typeface="Source Serif 4"/>
                <a:sym typeface="Source Serif 4"/>
              </a:rPr>
              <a:t>Seguimiento de KPIs - Incidencias maestras del periodo</a:t>
            </a:r>
            <a:endParaRPr b="1" sz="2200">
              <a:solidFill>
                <a:srgbClr val="04138B"/>
              </a:solidFill>
              <a:latin typeface="Source Serif 4"/>
              <a:ea typeface="Source Serif 4"/>
              <a:cs typeface="Source Serif 4"/>
              <a:sym typeface="Source Serif 4"/>
            </a:endParaRPr>
          </a:p>
        </p:txBody>
      </p:sp>
      <p:sp>
        <p:nvSpPr>
          <p:cNvPr id="252" name="Google Shape;252;p46"/>
          <p:cNvSpPr/>
          <p:nvPr/>
        </p:nvSpPr>
        <p:spPr>
          <a:xfrm>
            <a:off x="419900" y="1054725"/>
            <a:ext cx="2581800" cy="855000"/>
          </a:xfrm>
          <a:prstGeom prst="roundRect">
            <a:avLst>
              <a:gd fmla="val 18197" name="adj"/>
            </a:avLst>
          </a:prstGeom>
          <a:solidFill>
            <a:schemeClr val="dk1"/>
          </a:solidFill>
          <a:ln>
            <a:noFill/>
          </a:ln>
        </p:spPr>
        <p:txBody>
          <a:bodyPr anchorCtr="0" anchor="t" bIns="180000" lIns="108000" spcFirstLastPara="1" rIns="108000" wrap="square" tIns="72000">
            <a:noAutofit/>
          </a:bodyPr>
          <a:lstStyle/>
          <a:p>
            <a:pPr indent="0" lvl="0" marL="0" rtl="0" algn="l">
              <a:lnSpc>
                <a:spcPct val="115000"/>
              </a:lnSpc>
              <a:spcBef>
                <a:spcPts val="0"/>
              </a:spcBef>
              <a:spcAft>
                <a:spcPts val="250"/>
              </a:spcAft>
              <a:buNone/>
            </a:pPr>
            <a:r>
              <a:t/>
            </a:r>
            <a:endParaRPr b="1" sz="1200">
              <a:solidFill>
                <a:schemeClr val="lt1"/>
              </a:solidFill>
              <a:latin typeface="Lato"/>
              <a:ea typeface="Lato"/>
              <a:cs typeface="Lato"/>
              <a:sym typeface="Lato"/>
            </a:endParaRPr>
          </a:p>
        </p:txBody>
      </p:sp>
      <p:sp>
        <p:nvSpPr>
          <p:cNvPr id="253" name="Google Shape;253;p46"/>
          <p:cNvSpPr txBox="1"/>
          <p:nvPr/>
        </p:nvSpPr>
        <p:spPr>
          <a:xfrm>
            <a:off x="572900" y="1260365"/>
            <a:ext cx="2701200" cy="443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3500">
                <a:solidFill>
                  <a:schemeClr val="lt1"/>
                </a:solidFill>
                <a:latin typeface="Lato"/>
                <a:ea typeface="Lato"/>
                <a:cs typeface="Lato"/>
                <a:sym typeface="Lato"/>
              </a:rPr>
              <a:t>5</a:t>
            </a:r>
            <a:r>
              <a:rPr b="1" lang="es" sz="2600">
                <a:solidFill>
                  <a:schemeClr val="lt1"/>
                </a:solidFill>
                <a:latin typeface="Lato"/>
                <a:ea typeface="Lato"/>
                <a:cs typeface="Lato"/>
                <a:sym typeface="Lato"/>
              </a:rPr>
              <a:t> </a:t>
            </a:r>
            <a:r>
              <a:rPr b="1" lang="es" sz="1300">
                <a:solidFill>
                  <a:schemeClr val="lt1"/>
                </a:solidFill>
                <a:latin typeface="Lato"/>
                <a:ea typeface="Lato"/>
                <a:cs typeface="Lato"/>
                <a:sym typeface="Lato"/>
              </a:rPr>
              <a:t>INCIDENCIAS MAESTRAS</a:t>
            </a:r>
            <a:endParaRPr b="1" sz="1300">
              <a:solidFill>
                <a:schemeClr val="lt1"/>
              </a:solidFill>
              <a:latin typeface="Lato"/>
              <a:ea typeface="Lato"/>
              <a:cs typeface="Lato"/>
              <a:sym typeface="Lato"/>
            </a:endParaRPr>
          </a:p>
        </p:txBody>
      </p:sp>
      <p:sp>
        <p:nvSpPr>
          <p:cNvPr id="254" name="Google Shape;254;p46"/>
          <p:cNvSpPr txBox="1"/>
          <p:nvPr/>
        </p:nvSpPr>
        <p:spPr>
          <a:xfrm>
            <a:off x="3585800" y="1074675"/>
            <a:ext cx="4619700" cy="218400"/>
          </a:xfrm>
          <a:prstGeom prst="rect">
            <a:avLst/>
          </a:prstGeom>
          <a:noFill/>
          <a:ln>
            <a:noFill/>
          </a:ln>
        </p:spPr>
        <p:txBody>
          <a:bodyPr anchorCtr="0" anchor="t" bIns="0" lIns="7200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1300">
                <a:solidFill>
                  <a:srgbClr val="04138B"/>
                </a:solidFill>
                <a:latin typeface="Lato"/>
                <a:ea typeface="Lato"/>
                <a:cs typeface="Lato"/>
                <a:sym typeface="Lato"/>
              </a:rPr>
              <a:t>2 </a:t>
            </a:r>
            <a:r>
              <a:rPr lang="es" sz="1300">
                <a:solidFill>
                  <a:srgbClr val="04138B"/>
                </a:solidFill>
                <a:latin typeface="Lato Light"/>
                <a:ea typeface="Lato Light"/>
                <a:cs typeface="Lato Light"/>
                <a:sym typeface="Lato Light"/>
              </a:rPr>
              <a:t>incidencias maestras causadas por </a:t>
            </a:r>
            <a:r>
              <a:rPr b="1" lang="es" sz="1300">
                <a:solidFill>
                  <a:srgbClr val="04138B"/>
                </a:solidFill>
                <a:latin typeface="Lato"/>
                <a:ea typeface="Lato"/>
                <a:cs typeface="Lato"/>
                <a:sym typeface="Lato"/>
              </a:rPr>
              <a:t>XX</a:t>
            </a:r>
            <a:endParaRPr b="1" sz="1300">
              <a:solidFill>
                <a:srgbClr val="04138B"/>
              </a:solidFill>
              <a:latin typeface="Lato"/>
              <a:ea typeface="Lato"/>
              <a:cs typeface="Lato"/>
              <a:sym typeface="Lato"/>
            </a:endParaRPr>
          </a:p>
        </p:txBody>
      </p:sp>
      <p:cxnSp>
        <p:nvCxnSpPr>
          <p:cNvPr id="255" name="Google Shape;255;p46"/>
          <p:cNvCxnSpPr>
            <a:stCxn id="254" idx="1"/>
            <a:endCxn id="252" idx="3"/>
          </p:cNvCxnSpPr>
          <p:nvPr/>
        </p:nvCxnSpPr>
        <p:spPr>
          <a:xfrm flipH="1">
            <a:off x="3001700" y="1183875"/>
            <a:ext cx="584100" cy="298500"/>
          </a:xfrm>
          <a:prstGeom prst="bentConnector3">
            <a:avLst>
              <a:gd fmla="val 50000" name="adj1"/>
            </a:avLst>
          </a:prstGeom>
          <a:noFill/>
          <a:ln cap="flat" cmpd="sng" w="9525">
            <a:solidFill>
              <a:srgbClr val="04137B"/>
            </a:solidFill>
            <a:prstDash val="solid"/>
            <a:round/>
            <a:headEnd len="med" w="med" type="triangle"/>
            <a:tailEnd len="med" w="med" type="none"/>
          </a:ln>
        </p:spPr>
      </p:cxnSp>
      <p:sp>
        <p:nvSpPr>
          <p:cNvPr id="256" name="Google Shape;256;p46"/>
          <p:cNvSpPr txBox="1"/>
          <p:nvPr/>
        </p:nvSpPr>
        <p:spPr>
          <a:xfrm>
            <a:off x="3585800" y="1704075"/>
            <a:ext cx="4619700" cy="218400"/>
          </a:xfrm>
          <a:prstGeom prst="rect">
            <a:avLst/>
          </a:prstGeom>
          <a:noFill/>
          <a:ln>
            <a:noFill/>
          </a:ln>
        </p:spPr>
        <p:txBody>
          <a:bodyPr anchorCtr="0" anchor="t" bIns="0" lIns="7200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1300">
                <a:solidFill>
                  <a:srgbClr val="04138B"/>
                </a:solidFill>
                <a:latin typeface="Lato"/>
                <a:ea typeface="Lato"/>
                <a:cs typeface="Lato"/>
                <a:sym typeface="Lato"/>
              </a:rPr>
              <a:t>1</a:t>
            </a:r>
            <a:r>
              <a:rPr b="1" lang="es" sz="1300">
                <a:solidFill>
                  <a:srgbClr val="04138B"/>
                </a:solidFill>
                <a:latin typeface="Lato"/>
                <a:ea typeface="Lato"/>
                <a:cs typeface="Lato"/>
                <a:sym typeface="Lato"/>
              </a:rPr>
              <a:t> </a:t>
            </a:r>
            <a:r>
              <a:rPr lang="es" sz="1300">
                <a:solidFill>
                  <a:srgbClr val="04138B"/>
                </a:solidFill>
                <a:latin typeface="Lato Light"/>
                <a:ea typeface="Lato Light"/>
                <a:cs typeface="Lato Light"/>
                <a:sym typeface="Lato Light"/>
              </a:rPr>
              <a:t>incidencia maestras causadas por </a:t>
            </a:r>
            <a:r>
              <a:rPr b="1" lang="es" sz="1300">
                <a:solidFill>
                  <a:srgbClr val="04138B"/>
                </a:solidFill>
                <a:latin typeface="Lato"/>
                <a:ea typeface="Lato"/>
                <a:cs typeface="Lato"/>
                <a:sym typeface="Lato"/>
              </a:rPr>
              <a:t>XX</a:t>
            </a:r>
            <a:endParaRPr b="1" sz="1300">
              <a:solidFill>
                <a:srgbClr val="04138B"/>
              </a:solidFill>
              <a:latin typeface="Lato"/>
              <a:ea typeface="Lato"/>
              <a:cs typeface="Lato"/>
              <a:sym typeface="Lato"/>
            </a:endParaRPr>
          </a:p>
        </p:txBody>
      </p:sp>
      <p:cxnSp>
        <p:nvCxnSpPr>
          <p:cNvPr id="257" name="Google Shape;257;p46"/>
          <p:cNvCxnSpPr>
            <a:stCxn id="256" idx="1"/>
            <a:endCxn id="252" idx="3"/>
          </p:cNvCxnSpPr>
          <p:nvPr/>
        </p:nvCxnSpPr>
        <p:spPr>
          <a:xfrm rot="10800000">
            <a:off x="3001700" y="1482375"/>
            <a:ext cx="584100" cy="330900"/>
          </a:xfrm>
          <a:prstGeom prst="bentConnector3">
            <a:avLst>
              <a:gd fmla="val 50000" name="adj1"/>
            </a:avLst>
          </a:prstGeom>
          <a:noFill/>
          <a:ln cap="flat" cmpd="sng" w="9525">
            <a:solidFill>
              <a:srgbClr val="04137B"/>
            </a:solidFill>
            <a:prstDash val="solid"/>
            <a:round/>
            <a:headEnd len="med" w="med" type="triangle"/>
            <a:tailEnd len="med" w="med" type="none"/>
          </a:ln>
        </p:spPr>
      </p:cxnSp>
      <p:sp>
        <p:nvSpPr>
          <p:cNvPr id="258" name="Google Shape;258;p46"/>
          <p:cNvSpPr txBox="1"/>
          <p:nvPr/>
        </p:nvSpPr>
        <p:spPr>
          <a:xfrm>
            <a:off x="3585800" y="1373015"/>
            <a:ext cx="4619700" cy="218400"/>
          </a:xfrm>
          <a:prstGeom prst="rect">
            <a:avLst/>
          </a:prstGeom>
          <a:noFill/>
          <a:ln>
            <a:noFill/>
          </a:ln>
        </p:spPr>
        <p:txBody>
          <a:bodyPr anchorCtr="0" anchor="t" bIns="0" lIns="7200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1300">
                <a:solidFill>
                  <a:srgbClr val="04138B"/>
                </a:solidFill>
                <a:latin typeface="Lato"/>
                <a:ea typeface="Lato"/>
                <a:cs typeface="Lato"/>
                <a:sym typeface="Lato"/>
              </a:rPr>
              <a:t>1 </a:t>
            </a:r>
            <a:r>
              <a:rPr lang="es" sz="1300">
                <a:solidFill>
                  <a:srgbClr val="04138B"/>
                </a:solidFill>
                <a:latin typeface="Lato Light"/>
                <a:ea typeface="Lato Light"/>
                <a:cs typeface="Lato Light"/>
                <a:sym typeface="Lato Light"/>
              </a:rPr>
              <a:t>incidencia maestras causadas por </a:t>
            </a:r>
            <a:r>
              <a:rPr b="1" lang="es" sz="1300">
                <a:solidFill>
                  <a:srgbClr val="04138B"/>
                </a:solidFill>
                <a:latin typeface="Lato"/>
                <a:ea typeface="Lato"/>
                <a:cs typeface="Lato"/>
                <a:sym typeface="Lato"/>
              </a:rPr>
              <a:t>XX</a:t>
            </a:r>
            <a:endParaRPr b="1" sz="1300">
              <a:solidFill>
                <a:srgbClr val="04138B"/>
              </a:solidFill>
              <a:latin typeface="Lato"/>
              <a:ea typeface="Lato"/>
              <a:cs typeface="Lato"/>
              <a:sym typeface="Lato"/>
            </a:endParaRPr>
          </a:p>
        </p:txBody>
      </p:sp>
      <p:cxnSp>
        <p:nvCxnSpPr>
          <p:cNvPr id="259" name="Google Shape;259;p46"/>
          <p:cNvCxnSpPr>
            <a:stCxn id="258" idx="1"/>
            <a:endCxn id="252" idx="3"/>
          </p:cNvCxnSpPr>
          <p:nvPr/>
        </p:nvCxnSpPr>
        <p:spPr>
          <a:xfrm flipH="1">
            <a:off x="3001700" y="1482215"/>
            <a:ext cx="584100" cy="600"/>
          </a:xfrm>
          <a:prstGeom prst="bentConnector3">
            <a:avLst>
              <a:gd fmla="val 50000" name="adj1"/>
            </a:avLst>
          </a:prstGeom>
          <a:noFill/>
          <a:ln cap="flat" cmpd="sng" w="9525">
            <a:solidFill>
              <a:srgbClr val="04137B"/>
            </a:solidFill>
            <a:prstDash val="solid"/>
            <a:round/>
            <a:headEnd len="med" w="med" type="triangle"/>
            <a:tailEnd len="med" w="med" type="none"/>
          </a:ln>
        </p:spPr>
      </p:cxnSp>
      <p:sp>
        <p:nvSpPr>
          <p:cNvPr id="260" name="Google Shape;260;p46"/>
          <p:cNvSpPr/>
          <p:nvPr/>
        </p:nvSpPr>
        <p:spPr>
          <a:xfrm>
            <a:off x="5607925" y="2456250"/>
            <a:ext cx="3192300" cy="2496000"/>
          </a:xfrm>
          <a:prstGeom prst="rect">
            <a:avLst/>
          </a:prstGeom>
          <a:solidFill>
            <a:srgbClr val="DEEEFF"/>
          </a:solidFill>
          <a:ln>
            <a:noFill/>
          </a:ln>
        </p:spPr>
        <p:txBody>
          <a:bodyPr anchorCtr="0" anchor="ctr" bIns="180000" lIns="36000" spcFirstLastPara="1" rIns="36000" wrap="square" tIns="180000">
            <a:noAutofit/>
          </a:bodyPr>
          <a:lstStyle/>
          <a:p>
            <a:pPr indent="0" lvl="0" marL="0" marR="0" rtl="0" algn="l">
              <a:lnSpc>
                <a:spcPct val="100000"/>
              </a:lnSpc>
              <a:spcBef>
                <a:spcPts val="0"/>
              </a:spcBef>
              <a:spcAft>
                <a:spcPts val="0"/>
              </a:spcAft>
              <a:buNone/>
            </a:pPr>
            <a:r>
              <a:t/>
            </a:r>
            <a:endParaRPr>
              <a:solidFill>
                <a:srgbClr val="001391"/>
              </a:solidFill>
              <a:latin typeface="Source Serif 4 Black"/>
              <a:ea typeface="Source Serif 4 Black"/>
              <a:cs typeface="Source Serif 4 Black"/>
              <a:sym typeface="Source Serif 4 Black"/>
            </a:endParaRPr>
          </a:p>
        </p:txBody>
      </p:sp>
      <p:sp>
        <p:nvSpPr>
          <p:cNvPr id="261" name="Google Shape;261;p46"/>
          <p:cNvSpPr txBox="1"/>
          <p:nvPr/>
        </p:nvSpPr>
        <p:spPr>
          <a:xfrm>
            <a:off x="6122125" y="2804950"/>
            <a:ext cx="2353200" cy="298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1200">
                <a:solidFill>
                  <a:srgbClr val="04138B"/>
                </a:solidFill>
                <a:latin typeface="Lato"/>
                <a:ea typeface="Lato"/>
                <a:cs typeface="Lato"/>
                <a:sym typeface="Lato"/>
              </a:rPr>
              <a:t>Hemos implementado /Implementaremos ….</a:t>
            </a:r>
            <a:endParaRPr sz="1200">
              <a:solidFill>
                <a:srgbClr val="04138B"/>
              </a:solidFill>
              <a:latin typeface="Lato Light"/>
              <a:ea typeface="Lato Light"/>
              <a:cs typeface="Lato Light"/>
              <a:sym typeface="Lato Light"/>
            </a:endParaRPr>
          </a:p>
        </p:txBody>
      </p:sp>
      <p:pic>
        <p:nvPicPr>
          <p:cNvPr id="262" name="Google Shape;262;p46" title="right.png"/>
          <p:cNvPicPr preferRelativeResize="0"/>
          <p:nvPr/>
        </p:nvPicPr>
        <p:blipFill>
          <a:blip r:embed="rId3">
            <a:alphaModFix/>
          </a:blip>
          <a:stretch>
            <a:fillRect/>
          </a:stretch>
        </p:blipFill>
        <p:spPr>
          <a:xfrm>
            <a:off x="5749905" y="2760844"/>
            <a:ext cx="306908" cy="298501"/>
          </a:xfrm>
          <a:prstGeom prst="rect">
            <a:avLst/>
          </a:prstGeom>
          <a:noFill/>
          <a:ln>
            <a:noFill/>
          </a:ln>
        </p:spPr>
      </p:pic>
      <p:pic>
        <p:nvPicPr>
          <p:cNvPr id="263" name="Google Shape;263;p46" title="right.png"/>
          <p:cNvPicPr preferRelativeResize="0"/>
          <p:nvPr/>
        </p:nvPicPr>
        <p:blipFill>
          <a:blip r:embed="rId3">
            <a:alphaModFix/>
          </a:blip>
          <a:stretch>
            <a:fillRect/>
          </a:stretch>
        </p:blipFill>
        <p:spPr>
          <a:xfrm>
            <a:off x="5749905" y="3337030"/>
            <a:ext cx="306908" cy="298501"/>
          </a:xfrm>
          <a:prstGeom prst="rect">
            <a:avLst/>
          </a:prstGeom>
          <a:noFill/>
          <a:ln>
            <a:noFill/>
          </a:ln>
        </p:spPr>
      </p:pic>
      <p:pic>
        <p:nvPicPr>
          <p:cNvPr id="264" name="Google Shape;264;p46" title="right.png"/>
          <p:cNvPicPr preferRelativeResize="0"/>
          <p:nvPr/>
        </p:nvPicPr>
        <p:blipFill>
          <a:blip r:embed="rId3">
            <a:alphaModFix/>
          </a:blip>
          <a:stretch>
            <a:fillRect/>
          </a:stretch>
        </p:blipFill>
        <p:spPr>
          <a:xfrm>
            <a:off x="5749905" y="3886872"/>
            <a:ext cx="306908" cy="298501"/>
          </a:xfrm>
          <a:prstGeom prst="rect">
            <a:avLst/>
          </a:prstGeom>
          <a:noFill/>
          <a:ln>
            <a:noFill/>
          </a:ln>
        </p:spPr>
      </p:pic>
      <p:pic>
        <p:nvPicPr>
          <p:cNvPr id="265" name="Google Shape;265;p46" title="right.png"/>
          <p:cNvPicPr preferRelativeResize="0"/>
          <p:nvPr/>
        </p:nvPicPr>
        <p:blipFill>
          <a:blip r:embed="rId3">
            <a:alphaModFix/>
          </a:blip>
          <a:stretch>
            <a:fillRect/>
          </a:stretch>
        </p:blipFill>
        <p:spPr>
          <a:xfrm>
            <a:off x="5749905" y="4436714"/>
            <a:ext cx="306908" cy="298501"/>
          </a:xfrm>
          <a:prstGeom prst="rect">
            <a:avLst/>
          </a:prstGeom>
          <a:noFill/>
          <a:ln>
            <a:noFill/>
          </a:ln>
        </p:spPr>
      </p:pic>
      <p:sp>
        <p:nvSpPr>
          <p:cNvPr id="266" name="Google Shape;266;p46"/>
          <p:cNvSpPr/>
          <p:nvPr/>
        </p:nvSpPr>
        <p:spPr>
          <a:xfrm>
            <a:off x="6274725" y="2275650"/>
            <a:ext cx="1810200" cy="361200"/>
          </a:xfrm>
          <a:prstGeom prst="round2DiagRect">
            <a:avLst>
              <a:gd fmla="val 16667" name="adj1"/>
              <a:gd fmla="val 0" name="adj2"/>
            </a:avLst>
          </a:prstGeom>
          <a:solidFill>
            <a:srgbClr val="2A7BF4"/>
          </a:solidFill>
          <a:ln>
            <a:noFill/>
          </a:ln>
        </p:spPr>
        <p:txBody>
          <a:bodyPr anchorCtr="0" anchor="ctr" bIns="91425" lIns="18000" spcFirstLastPara="1" rIns="18000" wrap="square" tIns="91425">
            <a:noAutofit/>
          </a:bodyPr>
          <a:lstStyle/>
          <a:p>
            <a:pPr indent="0" lvl="0" marL="0" rtl="0" algn="ctr">
              <a:spcBef>
                <a:spcPts val="0"/>
              </a:spcBef>
              <a:spcAft>
                <a:spcPts val="0"/>
              </a:spcAft>
              <a:buNone/>
            </a:pPr>
            <a:r>
              <a:rPr b="1" lang="es" sz="1200">
                <a:solidFill>
                  <a:schemeClr val="lt1"/>
                </a:solidFill>
                <a:latin typeface="Lato"/>
                <a:ea typeface="Lato"/>
                <a:cs typeface="Lato"/>
                <a:sym typeface="Lato"/>
              </a:rPr>
              <a:t>Plan de mitigación</a:t>
            </a:r>
            <a:endParaRPr b="1" sz="1200">
              <a:solidFill>
                <a:schemeClr val="lt1"/>
              </a:solidFill>
              <a:latin typeface="Lato"/>
              <a:ea typeface="Lato"/>
              <a:cs typeface="Lato"/>
              <a:sym typeface="Lato"/>
            </a:endParaRPr>
          </a:p>
        </p:txBody>
      </p:sp>
      <p:sp>
        <p:nvSpPr>
          <p:cNvPr id="267" name="Google Shape;267;p46"/>
          <p:cNvSpPr txBox="1"/>
          <p:nvPr/>
        </p:nvSpPr>
        <p:spPr>
          <a:xfrm>
            <a:off x="6122125" y="3365175"/>
            <a:ext cx="2353200" cy="298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1200">
                <a:solidFill>
                  <a:srgbClr val="04138B"/>
                </a:solidFill>
                <a:latin typeface="Lato"/>
                <a:ea typeface="Lato"/>
                <a:cs typeface="Lato"/>
                <a:sym typeface="Lato"/>
              </a:rPr>
              <a:t>Hemos creado/Crearemos….</a:t>
            </a:r>
            <a:endParaRPr sz="1200">
              <a:solidFill>
                <a:srgbClr val="04138B"/>
              </a:solidFill>
              <a:latin typeface="Lato Light"/>
              <a:ea typeface="Lato Light"/>
              <a:cs typeface="Lato Light"/>
              <a:sym typeface="Lato Light"/>
            </a:endParaRPr>
          </a:p>
        </p:txBody>
      </p:sp>
      <p:sp>
        <p:nvSpPr>
          <p:cNvPr id="268" name="Google Shape;268;p46"/>
          <p:cNvSpPr txBox="1"/>
          <p:nvPr/>
        </p:nvSpPr>
        <p:spPr>
          <a:xfrm>
            <a:off x="6122125" y="3912725"/>
            <a:ext cx="2353200" cy="298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1200">
                <a:solidFill>
                  <a:srgbClr val="04138B"/>
                </a:solidFill>
                <a:latin typeface="Lato"/>
                <a:ea typeface="Lato"/>
                <a:cs typeface="Lato"/>
                <a:sym typeface="Lato"/>
              </a:rPr>
              <a:t>Se ha modificado XX para que no vuelva a ocurrir …</a:t>
            </a:r>
            <a:endParaRPr sz="1200">
              <a:solidFill>
                <a:srgbClr val="04138B"/>
              </a:solidFill>
              <a:latin typeface="Lato Light"/>
              <a:ea typeface="Lato Light"/>
              <a:cs typeface="Lato Light"/>
              <a:sym typeface="Lato Light"/>
            </a:endParaRPr>
          </a:p>
        </p:txBody>
      </p:sp>
      <p:sp>
        <p:nvSpPr>
          <p:cNvPr id="269" name="Google Shape;269;p46"/>
          <p:cNvSpPr txBox="1"/>
          <p:nvPr/>
        </p:nvSpPr>
        <p:spPr>
          <a:xfrm>
            <a:off x="6122125" y="4480825"/>
            <a:ext cx="2353200" cy="298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1200">
                <a:solidFill>
                  <a:srgbClr val="04138B"/>
                </a:solidFill>
                <a:latin typeface="Lato"/>
                <a:ea typeface="Lato"/>
                <a:cs typeface="Lato"/>
                <a:sym typeface="Lato"/>
              </a:rPr>
              <a:t>...</a:t>
            </a:r>
            <a:endParaRPr sz="1200">
              <a:solidFill>
                <a:srgbClr val="04138B"/>
              </a:solidFill>
              <a:latin typeface="Lato Light"/>
              <a:ea typeface="Lato Light"/>
              <a:cs typeface="Lato Light"/>
              <a:sym typeface="Lato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7"/>
          <p:cNvSpPr txBox="1"/>
          <p:nvPr/>
        </p:nvSpPr>
        <p:spPr>
          <a:xfrm>
            <a:off x="241450" y="83550"/>
            <a:ext cx="8902500" cy="49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2200">
                <a:solidFill>
                  <a:srgbClr val="04138B"/>
                </a:solidFill>
                <a:latin typeface="Source Serif 4"/>
                <a:ea typeface="Source Serif 4"/>
                <a:cs typeface="Source Serif 4"/>
                <a:sym typeface="Source Serif 4"/>
              </a:rPr>
              <a:t>Seguimiento de KPIs - Incidencias maestras del periodo</a:t>
            </a:r>
            <a:endParaRPr b="1" sz="2200">
              <a:solidFill>
                <a:srgbClr val="04138B"/>
              </a:solidFill>
              <a:latin typeface="Source Serif 4"/>
              <a:ea typeface="Source Serif 4"/>
              <a:cs typeface="Source Serif 4"/>
              <a:sym typeface="Source Serif 4"/>
            </a:endParaRPr>
          </a:p>
        </p:txBody>
      </p:sp>
      <p:graphicFrame>
        <p:nvGraphicFramePr>
          <p:cNvPr id="275" name="Google Shape;275;p47"/>
          <p:cNvGraphicFramePr/>
          <p:nvPr/>
        </p:nvGraphicFramePr>
        <p:xfrm>
          <a:off x="522200" y="1506221"/>
          <a:ext cx="3000000" cy="3000000"/>
        </p:xfrm>
        <a:graphic>
          <a:graphicData uri="http://schemas.openxmlformats.org/drawingml/2006/table">
            <a:tbl>
              <a:tblPr>
                <a:noFill/>
                <a:tableStyleId>{8066247C-4CC9-442F-B5FC-95EB723CFAD2}</a:tableStyleId>
              </a:tblPr>
              <a:tblGrid>
                <a:gridCol w="1334550"/>
                <a:gridCol w="1334550"/>
                <a:gridCol w="1334550"/>
                <a:gridCol w="1334550"/>
                <a:gridCol w="1334550"/>
                <a:gridCol w="1334550"/>
              </a:tblGrid>
              <a:tr h="359375">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Problema</a:t>
                      </a:r>
                      <a:endParaRPr b="1" sz="900">
                        <a:solidFill>
                          <a:srgbClr val="FFFFFF"/>
                        </a:solidFill>
                        <a:latin typeface="Lato"/>
                        <a:ea typeface="Lato"/>
                        <a:cs typeface="Lato"/>
                        <a:sym typeface="Lato"/>
                      </a:endParaRPr>
                    </a:p>
                  </a:txBody>
                  <a:tcPr marT="91425" marB="91425" marR="91425" marL="91425">
                    <a:solidFill>
                      <a:srgbClr val="001391"/>
                    </a:solidFill>
                  </a:tcPr>
                </a:tc>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Funcionalidad</a:t>
                      </a:r>
                      <a:endParaRPr b="1" sz="900">
                        <a:solidFill>
                          <a:srgbClr val="FFFFFF"/>
                        </a:solidFill>
                        <a:latin typeface="Lato"/>
                        <a:ea typeface="Lato"/>
                        <a:cs typeface="Lato"/>
                        <a:sym typeface="Lato"/>
                      </a:endParaRPr>
                    </a:p>
                  </a:txBody>
                  <a:tcPr marT="91425" marB="91425" marR="91425" marL="91425">
                    <a:solidFill>
                      <a:srgbClr val="001391"/>
                    </a:solidFill>
                  </a:tcPr>
                </a:tc>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Tipo</a:t>
                      </a:r>
                      <a:endParaRPr b="1" sz="900">
                        <a:solidFill>
                          <a:srgbClr val="FFFFFF"/>
                        </a:solidFill>
                        <a:latin typeface="Lato"/>
                        <a:ea typeface="Lato"/>
                        <a:cs typeface="Lato"/>
                        <a:sym typeface="Lato"/>
                      </a:endParaRPr>
                    </a:p>
                  </a:txBody>
                  <a:tcPr marT="91425" marB="91425" marR="91425" marL="91425">
                    <a:solidFill>
                      <a:srgbClr val="001391"/>
                    </a:solidFill>
                  </a:tcPr>
                </a:tc>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Estado</a:t>
                      </a:r>
                      <a:endParaRPr b="1" sz="900">
                        <a:solidFill>
                          <a:srgbClr val="FFFFFF"/>
                        </a:solidFill>
                        <a:latin typeface="Lato"/>
                        <a:ea typeface="Lato"/>
                        <a:cs typeface="Lato"/>
                        <a:sym typeface="Lato"/>
                      </a:endParaRPr>
                    </a:p>
                  </a:txBody>
                  <a:tcPr marT="91425" marB="91425" marR="91425" marL="91425">
                    <a:solidFill>
                      <a:srgbClr val="001391"/>
                    </a:solidFill>
                  </a:tcPr>
                </a:tc>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Criticidad</a:t>
                      </a:r>
                      <a:endParaRPr b="1" sz="900">
                        <a:solidFill>
                          <a:srgbClr val="FFFFFF"/>
                        </a:solidFill>
                        <a:latin typeface="Lato"/>
                        <a:ea typeface="Lato"/>
                        <a:cs typeface="Lato"/>
                        <a:sym typeface="Lato"/>
                      </a:endParaRPr>
                    </a:p>
                  </a:txBody>
                  <a:tcPr marT="91425" marB="91425" marR="91425" marL="91425">
                    <a:solidFill>
                      <a:srgbClr val="001391"/>
                    </a:solidFill>
                  </a:tcPr>
                </a:tc>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Motivo y mitigación</a:t>
                      </a:r>
                      <a:endParaRPr b="1" sz="900">
                        <a:solidFill>
                          <a:srgbClr val="FFFFFF"/>
                        </a:solidFill>
                        <a:latin typeface="Lato"/>
                        <a:ea typeface="Lato"/>
                        <a:cs typeface="Lato"/>
                        <a:sym typeface="Lato"/>
                      </a:endParaRPr>
                    </a:p>
                  </a:txBody>
                  <a:tcPr marT="91425" marB="91425" marR="91425" marL="91425">
                    <a:solidFill>
                      <a:srgbClr val="001391"/>
                    </a:solidFill>
                  </a:tcPr>
                </a:tc>
              </a:tr>
              <a:tr h="3593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TBD:Problema 1</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TBD:funcionalidad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TBD:tipo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TBD:abierta o resuelta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TBD:motivo y plan</a:t>
                      </a:r>
                      <a:endParaRPr sz="900">
                        <a:solidFill>
                          <a:srgbClr val="001391"/>
                        </a:solidFill>
                        <a:latin typeface="Lato"/>
                        <a:ea typeface="Lato"/>
                        <a:cs typeface="Lato"/>
                        <a:sym typeface="Lato"/>
                      </a:endParaRPr>
                    </a:p>
                  </a:txBody>
                  <a:tcPr marT="91425" marB="91425" marR="91425" marL="91425">
                    <a:solidFill>
                      <a:srgbClr val="FFFFFF"/>
                    </a:solidFill>
                  </a:tcPr>
                </a:tc>
              </a:tr>
              <a:tr h="3593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TBD:Problema 2</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TBD:funcionalidad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TBD:tipo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TBD:abierta o resuelta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TBD:motivo y plan</a:t>
                      </a:r>
                      <a:endParaRPr sz="900">
                        <a:solidFill>
                          <a:srgbClr val="001391"/>
                        </a:solidFill>
                        <a:latin typeface="Lato"/>
                        <a:ea typeface="Lato"/>
                        <a:cs typeface="Lato"/>
                        <a:sym typeface="Lato"/>
                      </a:endParaRPr>
                    </a:p>
                  </a:txBody>
                  <a:tcPr marT="91425" marB="91425" marR="91425" marL="91425">
                    <a:solidFill>
                      <a:srgbClr val="FFFFFF"/>
                    </a:solidFill>
                  </a:tcPr>
                </a:tc>
              </a:tr>
              <a:tr h="3593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TBD:Problema 3</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TBD:funcionalidad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TBD:tipo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TBD:abierta o resuelta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TBD:motivo y plan</a:t>
                      </a:r>
                      <a:endParaRPr sz="900">
                        <a:solidFill>
                          <a:srgbClr val="001391"/>
                        </a:solidFill>
                        <a:latin typeface="Lato"/>
                        <a:ea typeface="Lato"/>
                        <a:cs typeface="Lato"/>
                        <a:sym typeface="Lato"/>
                      </a:endParaRPr>
                    </a:p>
                  </a:txBody>
                  <a:tcPr marT="91425" marB="91425" marR="91425" marL="91425">
                    <a:solidFill>
                      <a:srgbClr val="FFFFFF"/>
                    </a:solidFill>
                  </a:tcPr>
                </a:tc>
              </a:tr>
              <a:tr h="3593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TBD:Problema 4</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TBD:funcionalidad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TBD:tipo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TBD:abierta o resuelta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TBD:media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TBD:motivo y plan</a:t>
                      </a:r>
                      <a:endParaRPr sz="900">
                        <a:solidFill>
                          <a:srgbClr val="001391"/>
                        </a:solidFill>
                        <a:latin typeface="Lato"/>
                        <a:ea typeface="Lato"/>
                        <a:cs typeface="Lato"/>
                        <a:sym typeface="Lato"/>
                      </a:endParaRPr>
                    </a:p>
                  </a:txBody>
                  <a:tcPr marT="91425" marB="91425" marR="91425" marL="91425">
                    <a:solidFill>
                      <a:srgbClr val="FFFFFF"/>
                    </a:solidFill>
                  </a:tcPr>
                </a:tc>
              </a:tr>
              <a:tr h="3593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TBD:Problema 5</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TBD:funcionalidad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TBD:tipo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TBD:abierta o resuelta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TBD:media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TBD:motivo y plan</a:t>
                      </a:r>
                      <a:endParaRPr sz="900">
                        <a:solidFill>
                          <a:srgbClr val="001391"/>
                        </a:solidFill>
                        <a:latin typeface="Lato"/>
                        <a:ea typeface="Lato"/>
                        <a:cs typeface="Lato"/>
                        <a:sym typeface="Lato"/>
                      </a:endParaRPr>
                    </a:p>
                  </a:txBody>
                  <a:tcPr marT="91425" marB="91425" marR="91425" marL="91425">
                    <a:solidFill>
                      <a:srgbClr val="FFFFFF"/>
                    </a:solidFill>
                  </a:tcPr>
                </a:tc>
              </a:tr>
              <a:tr h="3593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TBD:Problema 6</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TBD:funcionalidad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TBD:tipo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TBD:abierta o resuelta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TBD:media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TBD:motivo y plan</a:t>
                      </a:r>
                      <a:endParaRPr sz="900">
                        <a:solidFill>
                          <a:srgbClr val="001391"/>
                        </a:solidFill>
                        <a:latin typeface="Lato"/>
                        <a:ea typeface="Lato"/>
                        <a:cs typeface="Lato"/>
                        <a:sym typeface="Lato"/>
                      </a:endParaRPr>
                    </a:p>
                  </a:txBody>
                  <a:tcPr marT="91425" marB="91425" marR="91425" marL="91425">
                    <a:solidFill>
                      <a:srgbClr val="FFFFFF"/>
                    </a:solidFill>
                  </a:tcPr>
                </a:tc>
              </a:tr>
              <a:tr h="3593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TBD:Problema 7</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TBD:funcionalidad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TBD:tipo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TBD:abierta o resuelta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TBD:baja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TBD:motivo y plan</a:t>
                      </a:r>
                      <a:endParaRPr sz="900">
                        <a:solidFill>
                          <a:srgbClr val="001391"/>
                        </a:solidFill>
                        <a:latin typeface="Lato"/>
                        <a:ea typeface="Lato"/>
                        <a:cs typeface="Lato"/>
                        <a:sym typeface="Lato"/>
                      </a:endParaRPr>
                    </a:p>
                  </a:txBody>
                  <a:tcPr marT="91425" marB="91425" marR="91425" marL="91425">
                    <a:solidFill>
                      <a:srgbClr val="FFFFFF"/>
                    </a:solidFill>
                  </a:tcPr>
                </a:tc>
              </a:tr>
              <a:tr h="3593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TBD:Problema 8</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TBD:funcionalidad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TBD:tipo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TBD:abierta o resuelta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TBD:baja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TBD:motivo y plan</a:t>
                      </a:r>
                      <a:endParaRPr sz="900">
                        <a:solidFill>
                          <a:srgbClr val="001391"/>
                        </a:solidFill>
                        <a:latin typeface="Lato"/>
                        <a:ea typeface="Lato"/>
                        <a:cs typeface="Lato"/>
                        <a:sym typeface="Lato"/>
                      </a:endParaRPr>
                    </a:p>
                  </a:txBody>
                  <a:tcPr marT="91425" marB="91425" marR="91425" marL="91425">
                    <a:solidFill>
                      <a:srgbClr val="FFFFFF"/>
                    </a:solidFill>
                  </a:tcPr>
                </a:tc>
              </a:tr>
            </a:tbl>
          </a:graphicData>
        </a:graphic>
      </p:graphicFrame>
      <p:sp>
        <p:nvSpPr>
          <p:cNvPr id="276" name="Google Shape;276;p47"/>
          <p:cNvSpPr/>
          <p:nvPr/>
        </p:nvSpPr>
        <p:spPr>
          <a:xfrm>
            <a:off x="491000" y="637396"/>
            <a:ext cx="8069700" cy="456600"/>
          </a:xfrm>
          <a:prstGeom prst="roundRect">
            <a:avLst>
              <a:gd fmla="val 16667" name="adj"/>
            </a:avLst>
          </a:prstGeom>
          <a:solidFill>
            <a:srgbClr val="D4EEFC"/>
          </a:solidFill>
          <a:ln>
            <a:noFill/>
          </a:ln>
        </p:spPr>
        <p:txBody>
          <a:bodyPr anchorCtr="0" anchor="ctr" bIns="91425" lIns="378000" spcFirstLastPara="1" rIns="91425" wrap="square" tIns="91425">
            <a:noAutofit/>
          </a:bodyPr>
          <a:lstStyle/>
          <a:p>
            <a:pPr indent="0" lvl="0" marL="0" rtl="0" algn="ctr">
              <a:lnSpc>
                <a:spcPct val="115000"/>
              </a:lnSpc>
              <a:spcBef>
                <a:spcPts val="1200"/>
              </a:spcBef>
              <a:spcAft>
                <a:spcPts val="1200"/>
              </a:spcAft>
              <a:buNone/>
            </a:pPr>
            <a:r>
              <a:rPr b="1" lang="es" sz="1200">
                <a:solidFill>
                  <a:srgbClr val="04147B"/>
                </a:solidFill>
                <a:latin typeface="Source Serif 4"/>
                <a:ea typeface="Source Serif 4"/>
                <a:cs typeface="Source Serif 4"/>
                <a:sym typeface="Source Serif 4"/>
              </a:rPr>
              <a:t>Las 5 incidencias maestras fueron causadas por los motivos XX, XX y XX</a:t>
            </a:r>
            <a:endParaRPr b="1" sz="1200">
              <a:solidFill>
                <a:srgbClr val="04147B"/>
              </a:solidFill>
              <a:latin typeface="Source Serif 4"/>
              <a:ea typeface="Source Serif 4"/>
              <a:cs typeface="Source Serif 4"/>
              <a:sym typeface="Source Serif 4"/>
            </a:endParaRPr>
          </a:p>
        </p:txBody>
      </p:sp>
      <p:sp>
        <p:nvSpPr>
          <p:cNvPr id="277" name="Google Shape;277;p47"/>
          <p:cNvSpPr txBox="1"/>
          <p:nvPr/>
        </p:nvSpPr>
        <p:spPr>
          <a:xfrm>
            <a:off x="522200" y="1227075"/>
            <a:ext cx="4619700" cy="218400"/>
          </a:xfrm>
          <a:prstGeom prst="rect">
            <a:avLst/>
          </a:prstGeom>
          <a:noFill/>
          <a:ln>
            <a:noFill/>
          </a:ln>
        </p:spPr>
        <p:txBody>
          <a:bodyPr anchorCtr="0" anchor="t" bIns="0" lIns="7200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1300">
                <a:solidFill>
                  <a:srgbClr val="04138B"/>
                </a:solidFill>
                <a:latin typeface="Lato"/>
                <a:ea typeface="Lato"/>
                <a:cs typeface="Lato"/>
                <a:sym typeface="Lato"/>
              </a:rPr>
              <a:t>Zoom de incidencias del periodo:</a:t>
            </a:r>
            <a:endParaRPr b="1" sz="1300">
              <a:solidFill>
                <a:srgbClr val="04138B"/>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8"/>
          <p:cNvSpPr/>
          <p:nvPr/>
        </p:nvSpPr>
        <p:spPr>
          <a:xfrm>
            <a:off x="241450" y="670350"/>
            <a:ext cx="8558700" cy="14052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200">
                <a:solidFill>
                  <a:srgbClr val="001391"/>
                </a:solidFill>
                <a:latin typeface="Lato"/>
                <a:ea typeface="Lato"/>
                <a:cs typeface="Lato"/>
                <a:sym typeface="Lato"/>
              </a:rPr>
              <a:t>Origen de las incidencias maestras identificadas en el periodo dd/mm - dd/mm</a:t>
            </a:r>
            <a:endParaRPr b="1" sz="1200">
              <a:solidFill>
                <a:srgbClr val="001391"/>
              </a:solidFill>
              <a:latin typeface="Lato"/>
              <a:ea typeface="Lato"/>
              <a:cs typeface="Lato"/>
              <a:sym typeface="Lato"/>
            </a:endParaRPr>
          </a:p>
        </p:txBody>
      </p:sp>
      <p:sp>
        <p:nvSpPr>
          <p:cNvPr id="283" name="Google Shape;283;p48"/>
          <p:cNvSpPr txBox="1"/>
          <p:nvPr/>
        </p:nvSpPr>
        <p:spPr>
          <a:xfrm>
            <a:off x="241450" y="83550"/>
            <a:ext cx="8902500" cy="49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2200">
                <a:solidFill>
                  <a:srgbClr val="04138B"/>
                </a:solidFill>
                <a:latin typeface="Source Serif 4"/>
                <a:ea typeface="Source Serif 4"/>
                <a:cs typeface="Source Serif 4"/>
                <a:sym typeface="Source Serif 4"/>
              </a:rPr>
              <a:t>Seguimiento de KPIs - Incidencias maestras del periodo</a:t>
            </a:r>
            <a:endParaRPr b="1" sz="2200">
              <a:solidFill>
                <a:srgbClr val="04138B"/>
              </a:solidFill>
              <a:latin typeface="Source Serif 4"/>
              <a:ea typeface="Source Serif 4"/>
              <a:cs typeface="Source Serif 4"/>
              <a:sym typeface="Source Serif 4"/>
            </a:endParaRPr>
          </a:p>
        </p:txBody>
      </p:sp>
      <p:sp>
        <p:nvSpPr>
          <p:cNvPr id="284" name="Google Shape;284;p48"/>
          <p:cNvSpPr/>
          <p:nvPr/>
        </p:nvSpPr>
        <p:spPr>
          <a:xfrm>
            <a:off x="419900" y="1054725"/>
            <a:ext cx="2581800" cy="855000"/>
          </a:xfrm>
          <a:prstGeom prst="roundRect">
            <a:avLst>
              <a:gd fmla="val 18197" name="adj"/>
            </a:avLst>
          </a:prstGeom>
          <a:solidFill>
            <a:schemeClr val="dk1"/>
          </a:solidFill>
          <a:ln>
            <a:noFill/>
          </a:ln>
        </p:spPr>
        <p:txBody>
          <a:bodyPr anchorCtr="0" anchor="t" bIns="180000" lIns="108000" spcFirstLastPara="1" rIns="108000" wrap="square" tIns="72000">
            <a:noAutofit/>
          </a:bodyPr>
          <a:lstStyle/>
          <a:p>
            <a:pPr indent="0" lvl="0" marL="0" rtl="0" algn="l">
              <a:lnSpc>
                <a:spcPct val="115000"/>
              </a:lnSpc>
              <a:spcBef>
                <a:spcPts val="0"/>
              </a:spcBef>
              <a:spcAft>
                <a:spcPts val="250"/>
              </a:spcAft>
              <a:buNone/>
            </a:pPr>
            <a:r>
              <a:t/>
            </a:r>
            <a:endParaRPr b="1" sz="1200">
              <a:solidFill>
                <a:schemeClr val="lt1"/>
              </a:solidFill>
              <a:latin typeface="Lato"/>
              <a:ea typeface="Lato"/>
              <a:cs typeface="Lato"/>
              <a:sym typeface="Lato"/>
            </a:endParaRPr>
          </a:p>
        </p:txBody>
      </p:sp>
      <p:sp>
        <p:nvSpPr>
          <p:cNvPr id="285" name="Google Shape;285;p48"/>
          <p:cNvSpPr txBox="1"/>
          <p:nvPr/>
        </p:nvSpPr>
        <p:spPr>
          <a:xfrm>
            <a:off x="572900" y="1260365"/>
            <a:ext cx="2701200" cy="443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3500">
                <a:solidFill>
                  <a:schemeClr val="lt1"/>
                </a:solidFill>
                <a:latin typeface="Lato"/>
                <a:ea typeface="Lato"/>
                <a:cs typeface="Lato"/>
                <a:sym typeface="Lato"/>
              </a:rPr>
              <a:t>5</a:t>
            </a:r>
            <a:r>
              <a:rPr b="1" lang="es" sz="2600">
                <a:solidFill>
                  <a:schemeClr val="lt1"/>
                </a:solidFill>
                <a:latin typeface="Lato"/>
                <a:ea typeface="Lato"/>
                <a:cs typeface="Lato"/>
                <a:sym typeface="Lato"/>
              </a:rPr>
              <a:t> </a:t>
            </a:r>
            <a:r>
              <a:rPr b="1" lang="es" sz="1300">
                <a:solidFill>
                  <a:schemeClr val="lt1"/>
                </a:solidFill>
                <a:latin typeface="Lato"/>
                <a:ea typeface="Lato"/>
                <a:cs typeface="Lato"/>
                <a:sym typeface="Lato"/>
              </a:rPr>
              <a:t>INCIDENCIAS MAESTRAS</a:t>
            </a:r>
            <a:endParaRPr b="1" sz="1300">
              <a:solidFill>
                <a:schemeClr val="lt1"/>
              </a:solidFill>
              <a:latin typeface="Lato"/>
              <a:ea typeface="Lato"/>
              <a:cs typeface="Lato"/>
              <a:sym typeface="Lato"/>
            </a:endParaRPr>
          </a:p>
        </p:txBody>
      </p:sp>
      <p:sp>
        <p:nvSpPr>
          <p:cNvPr id="286" name="Google Shape;286;p48"/>
          <p:cNvSpPr txBox="1"/>
          <p:nvPr/>
        </p:nvSpPr>
        <p:spPr>
          <a:xfrm>
            <a:off x="3585800" y="1074675"/>
            <a:ext cx="4619700" cy="218400"/>
          </a:xfrm>
          <a:prstGeom prst="rect">
            <a:avLst/>
          </a:prstGeom>
          <a:noFill/>
          <a:ln>
            <a:noFill/>
          </a:ln>
        </p:spPr>
        <p:txBody>
          <a:bodyPr anchorCtr="0" anchor="t" bIns="0" lIns="7200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1300">
                <a:solidFill>
                  <a:srgbClr val="04138B"/>
                </a:solidFill>
                <a:latin typeface="Lato"/>
                <a:ea typeface="Lato"/>
                <a:cs typeface="Lato"/>
                <a:sym typeface="Lato"/>
              </a:rPr>
              <a:t>2 </a:t>
            </a:r>
            <a:r>
              <a:rPr lang="es" sz="1300">
                <a:solidFill>
                  <a:srgbClr val="04138B"/>
                </a:solidFill>
                <a:latin typeface="Lato Light"/>
                <a:ea typeface="Lato Light"/>
                <a:cs typeface="Lato Light"/>
                <a:sym typeface="Lato Light"/>
              </a:rPr>
              <a:t>incidencias maestras causadas por </a:t>
            </a:r>
            <a:r>
              <a:rPr b="1" lang="es" sz="1300">
                <a:solidFill>
                  <a:srgbClr val="04138B"/>
                </a:solidFill>
                <a:latin typeface="Lato"/>
                <a:ea typeface="Lato"/>
                <a:cs typeface="Lato"/>
                <a:sym typeface="Lato"/>
              </a:rPr>
              <a:t>XX</a:t>
            </a:r>
            <a:endParaRPr b="1" sz="1300">
              <a:solidFill>
                <a:srgbClr val="04138B"/>
              </a:solidFill>
              <a:latin typeface="Lato"/>
              <a:ea typeface="Lato"/>
              <a:cs typeface="Lato"/>
              <a:sym typeface="Lato"/>
            </a:endParaRPr>
          </a:p>
        </p:txBody>
      </p:sp>
      <p:cxnSp>
        <p:nvCxnSpPr>
          <p:cNvPr id="287" name="Google Shape;287;p48"/>
          <p:cNvCxnSpPr>
            <a:stCxn id="286" idx="1"/>
            <a:endCxn id="284" idx="3"/>
          </p:cNvCxnSpPr>
          <p:nvPr/>
        </p:nvCxnSpPr>
        <p:spPr>
          <a:xfrm flipH="1">
            <a:off x="3001700" y="1183875"/>
            <a:ext cx="584100" cy="298500"/>
          </a:xfrm>
          <a:prstGeom prst="bentConnector3">
            <a:avLst>
              <a:gd fmla="val 50000" name="adj1"/>
            </a:avLst>
          </a:prstGeom>
          <a:noFill/>
          <a:ln cap="flat" cmpd="sng" w="9525">
            <a:solidFill>
              <a:srgbClr val="04137B"/>
            </a:solidFill>
            <a:prstDash val="solid"/>
            <a:round/>
            <a:headEnd len="med" w="med" type="triangle"/>
            <a:tailEnd len="med" w="med" type="none"/>
          </a:ln>
        </p:spPr>
      </p:cxnSp>
      <p:sp>
        <p:nvSpPr>
          <p:cNvPr id="288" name="Google Shape;288;p48"/>
          <p:cNvSpPr txBox="1"/>
          <p:nvPr/>
        </p:nvSpPr>
        <p:spPr>
          <a:xfrm>
            <a:off x="3585800" y="1704075"/>
            <a:ext cx="4619700" cy="218400"/>
          </a:xfrm>
          <a:prstGeom prst="rect">
            <a:avLst/>
          </a:prstGeom>
          <a:noFill/>
          <a:ln>
            <a:noFill/>
          </a:ln>
        </p:spPr>
        <p:txBody>
          <a:bodyPr anchorCtr="0" anchor="t" bIns="0" lIns="7200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1300">
                <a:solidFill>
                  <a:srgbClr val="04138B"/>
                </a:solidFill>
                <a:latin typeface="Lato"/>
                <a:ea typeface="Lato"/>
                <a:cs typeface="Lato"/>
                <a:sym typeface="Lato"/>
              </a:rPr>
              <a:t>1 </a:t>
            </a:r>
            <a:r>
              <a:rPr lang="es" sz="1300">
                <a:solidFill>
                  <a:srgbClr val="04138B"/>
                </a:solidFill>
                <a:latin typeface="Lato Light"/>
                <a:ea typeface="Lato Light"/>
                <a:cs typeface="Lato Light"/>
                <a:sym typeface="Lato Light"/>
              </a:rPr>
              <a:t>incidencia maestras causadas por </a:t>
            </a:r>
            <a:r>
              <a:rPr b="1" lang="es" sz="1300">
                <a:solidFill>
                  <a:srgbClr val="04138B"/>
                </a:solidFill>
                <a:latin typeface="Lato"/>
                <a:ea typeface="Lato"/>
                <a:cs typeface="Lato"/>
                <a:sym typeface="Lato"/>
              </a:rPr>
              <a:t>XX</a:t>
            </a:r>
            <a:endParaRPr b="1" sz="1300">
              <a:solidFill>
                <a:srgbClr val="04138B"/>
              </a:solidFill>
              <a:latin typeface="Lato"/>
              <a:ea typeface="Lato"/>
              <a:cs typeface="Lato"/>
              <a:sym typeface="Lato"/>
            </a:endParaRPr>
          </a:p>
        </p:txBody>
      </p:sp>
      <p:cxnSp>
        <p:nvCxnSpPr>
          <p:cNvPr id="289" name="Google Shape;289;p48"/>
          <p:cNvCxnSpPr>
            <a:stCxn id="288" idx="1"/>
            <a:endCxn id="284" idx="3"/>
          </p:cNvCxnSpPr>
          <p:nvPr/>
        </p:nvCxnSpPr>
        <p:spPr>
          <a:xfrm rot="10800000">
            <a:off x="3001700" y="1482375"/>
            <a:ext cx="584100" cy="330900"/>
          </a:xfrm>
          <a:prstGeom prst="bentConnector3">
            <a:avLst>
              <a:gd fmla="val 50000" name="adj1"/>
            </a:avLst>
          </a:prstGeom>
          <a:noFill/>
          <a:ln cap="flat" cmpd="sng" w="9525">
            <a:solidFill>
              <a:srgbClr val="04137B"/>
            </a:solidFill>
            <a:prstDash val="solid"/>
            <a:round/>
            <a:headEnd len="med" w="med" type="triangle"/>
            <a:tailEnd len="med" w="med" type="none"/>
          </a:ln>
        </p:spPr>
      </p:cxnSp>
      <p:sp>
        <p:nvSpPr>
          <p:cNvPr id="290" name="Google Shape;290;p48"/>
          <p:cNvSpPr txBox="1"/>
          <p:nvPr/>
        </p:nvSpPr>
        <p:spPr>
          <a:xfrm>
            <a:off x="3585800" y="1373015"/>
            <a:ext cx="4619700" cy="218400"/>
          </a:xfrm>
          <a:prstGeom prst="rect">
            <a:avLst/>
          </a:prstGeom>
          <a:noFill/>
          <a:ln>
            <a:noFill/>
          </a:ln>
        </p:spPr>
        <p:txBody>
          <a:bodyPr anchorCtr="0" anchor="t" bIns="0" lIns="7200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1300">
                <a:solidFill>
                  <a:srgbClr val="04138B"/>
                </a:solidFill>
                <a:latin typeface="Lato"/>
                <a:ea typeface="Lato"/>
                <a:cs typeface="Lato"/>
                <a:sym typeface="Lato"/>
              </a:rPr>
              <a:t>1 </a:t>
            </a:r>
            <a:r>
              <a:rPr lang="es" sz="1300">
                <a:solidFill>
                  <a:srgbClr val="04138B"/>
                </a:solidFill>
                <a:latin typeface="Lato Light"/>
                <a:ea typeface="Lato Light"/>
                <a:cs typeface="Lato Light"/>
                <a:sym typeface="Lato Light"/>
              </a:rPr>
              <a:t>incidencia maestras causadas por </a:t>
            </a:r>
            <a:r>
              <a:rPr b="1" lang="es" sz="1300">
                <a:solidFill>
                  <a:srgbClr val="04138B"/>
                </a:solidFill>
                <a:latin typeface="Lato"/>
                <a:ea typeface="Lato"/>
                <a:cs typeface="Lato"/>
                <a:sym typeface="Lato"/>
              </a:rPr>
              <a:t>XX</a:t>
            </a:r>
            <a:endParaRPr b="1" sz="1300">
              <a:solidFill>
                <a:srgbClr val="04138B"/>
              </a:solidFill>
              <a:latin typeface="Lato"/>
              <a:ea typeface="Lato"/>
              <a:cs typeface="Lato"/>
              <a:sym typeface="Lato"/>
            </a:endParaRPr>
          </a:p>
        </p:txBody>
      </p:sp>
      <p:sp>
        <p:nvSpPr>
          <p:cNvPr id="291" name="Google Shape;291;p48"/>
          <p:cNvSpPr/>
          <p:nvPr/>
        </p:nvSpPr>
        <p:spPr>
          <a:xfrm>
            <a:off x="4691600" y="2456250"/>
            <a:ext cx="4108500" cy="2496000"/>
          </a:xfrm>
          <a:prstGeom prst="rect">
            <a:avLst/>
          </a:prstGeom>
          <a:solidFill>
            <a:srgbClr val="DDF1FE"/>
          </a:solidFill>
          <a:ln>
            <a:noFill/>
          </a:ln>
        </p:spPr>
        <p:txBody>
          <a:bodyPr anchorCtr="0" anchor="ctr" bIns="180000" lIns="36000" spcFirstLastPara="1" rIns="36000" wrap="square" tIns="180000">
            <a:noAutofit/>
          </a:bodyPr>
          <a:lstStyle/>
          <a:p>
            <a:pPr indent="-304800" lvl="0" marL="457200" rtl="0" algn="l">
              <a:lnSpc>
                <a:spcPct val="90000"/>
              </a:lnSpc>
              <a:spcBef>
                <a:spcPts val="0"/>
              </a:spcBef>
              <a:spcAft>
                <a:spcPts val="0"/>
              </a:spcAft>
              <a:buClr>
                <a:srgbClr val="04138B"/>
              </a:buClr>
              <a:buSzPts val="1200"/>
              <a:buFont typeface="Lato"/>
              <a:buChar char="●"/>
            </a:pPr>
            <a:r>
              <a:t/>
            </a:r>
            <a:endParaRPr sz="1200">
              <a:solidFill>
                <a:srgbClr val="04138B"/>
              </a:solidFill>
              <a:latin typeface="Lato"/>
              <a:ea typeface="Lato"/>
              <a:cs typeface="Lato"/>
              <a:sym typeface="Lato"/>
            </a:endParaRPr>
          </a:p>
        </p:txBody>
      </p:sp>
      <p:cxnSp>
        <p:nvCxnSpPr>
          <p:cNvPr id="292" name="Google Shape;292;p48"/>
          <p:cNvCxnSpPr>
            <a:stCxn id="290" idx="1"/>
            <a:endCxn id="284" idx="3"/>
          </p:cNvCxnSpPr>
          <p:nvPr/>
        </p:nvCxnSpPr>
        <p:spPr>
          <a:xfrm flipH="1">
            <a:off x="3001700" y="1482215"/>
            <a:ext cx="584100" cy="600"/>
          </a:xfrm>
          <a:prstGeom prst="bentConnector3">
            <a:avLst>
              <a:gd fmla="val 50000" name="adj1"/>
            </a:avLst>
          </a:prstGeom>
          <a:noFill/>
          <a:ln cap="flat" cmpd="sng" w="9525">
            <a:solidFill>
              <a:srgbClr val="04137B"/>
            </a:solidFill>
            <a:prstDash val="solid"/>
            <a:round/>
            <a:headEnd len="med" w="med" type="triangle"/>
            <a:tailEnd len="med" w="med" type="none"/>
          </a:ln>
        </p:spPr>
      </p:cxnSp>
      <p:sp>
        <p:nvSpPr>
          <p:cNvPr id="293" name="Google Shape;293;p48"/>
          <p:cNvSpPr/>
          <p:nvPr/>
        </p:nvSpPr>
        <p:spPr>
          <a:xfrm>
            <a:off x="241450" y="2456250"/>
            <a:ext cx="4108500" cy="2496000"/>
          </a:xfrm>
          <a:prstGeom prst="rect">
            <a:avLst/>
          </a:prstGeom>
          <a:solidFill>
            <a:srgbClr val="DEEEFF"/>
          </a:solidFill>
          <a:ln>
            <a:noFill/>
          </a:ln>
        </p:spPr>
        <p:txBody>
          <a:bodyPr anchorCtr="0" anchor="ctr" bIns="180000" lIns="108000" spcFirstLastPara="1" rIns="36000" wrap="square" tIns="180000">
            <a:noAutofit/>
          </a:bodyPr>
          <a:lstStyle/>
          <a:p>
            <a:pPr indent="-311150" lvl="1" marL="914400" rtl="0" algn="l">
              <a:spcBef>
                <a:spcPts val="0"/>
              </a:spcBef>
              <a:spcAft>
                <a:spcPts val="0"/>
              </a:spcAft>
              <a:buClr>
                <a:srgbClr val="04137B"/>
              </a:buClr>
              <a:buSzPts val="1300"/>
              <a:buFont typeface="Lato"/>
              <a:buChar char="○"/>
            </a:pPr>
            <a:r>
              <a:t/>
            </a:r>
            <a:endParaRPr b="1" sz="1200">
              <a:solidFill>
                <a:srgbClr val="04138B"/>
              </a:solidFill>
              <a:latin typeface="Lato"/>
              <a:ea typeface="Lato"/>
              <a:cs typeface="Lato"/>
              <a:sym typeface="Lato"/>
            </a:endParaRPr>
          </a:p>
        </p:txBody>
      </p:sp>
      <p:sp>
        <p:nvSpPr>
          <p:cNvPr id="294" name="Google Shape;294;p48"/>
          <p:cNvSpPr/>
          <p:nvPr/>
        </p:nvSpPr>
        <p:spPr>
          <a:xfrm>
            <a:off x="1125989" y="2275650"/>
            <a:ext cx="2410200" cy="361200"/>
          </a:xfrm>
          <a:prstGeom prst="round2DiagRect">
            <a:avLst>
              <a:gd fmla="val 16667" name="adj1"/>
              <a:gd fmla="val 0" name="adj2"/>
            </a:avLst>
          </a:prstGeom>
          <a:solidFill>
            <a:srgbClr val="2A7BF4"/>
          </a:solidFill>
          <a:ln>
            <a:noFill/>
          </a:ln>
        </p:spPr>
        <p:txBody>
          <a:bodyPr anchorCtr="0" anchor="ctr" bIns="91425" lIns="18000" spcFirstLastPara="1" rIns="18000" wrap="square" tIns="91425">
            <a:noAutofit/>
          </a:bodyPr>
          <a:lstStyle/>
          <a:p>
            <a:pPr indent="0" lvl="0" marL="0" rtl="0" algn="ctr">
              <a:spcBef>
                <a:spcPts val="0"/>
              </a:spcBef>
              <a:spcAft>
                <a:spcPts val="0"/>
              </a:spcAft>
              <a:buNone/>
            </a:pPr>
            <a:r>
              <a:rPr b="1" lang="es" sz="1200">
                <a:solidFill>
                  <a:schemeClr val="lt1"/>
                </a:solidFill>
                <a:latin typeface="Lato"/>
                <a:ea typeface="Lato"/>
                <a:cs typeface="Lato"/>
                <a:sym typeface="Lato"/>
              </a:rPr>
              <a:t>Incidencias relacionadas</a:t>
            </a:r>
            <a:endParaRPr b="1" sz="1200">
              <a:solidFill>
                <a:schemeClr val="lt1"/>
              </a:solidFill>
              <a:latin typeface="Lato"/>
              <a:ea typeface="Lato"/>
              <a:cs typeface="Lato"/>
              <a:sym typeface="Lato"/>
            </a:endParaRPr>
          </a:p>
        </p:txBody>
      </p:sp>
      <p:sp>
        <p:nvSpPr>
          <p:cNvPr id="295" name="Google Shape;295;p48"/>
          <p:cNvSpPr/>
          <p:nvPr/>
        </p:nvSpPr>
        <p:spPr>
          <a:xfrm>
            <a:off x="5540812" y="2275650"/>
            <a:ext cx="2410200" cy="361200"/>
          </a:xfrm>
          <a:prstGeom prst="round2DiagRect">
            <a:avLst>
              <a:gd fmla="val 16667" name="adj1"/>
              <a:gd fmla="val 0" name="adj2"/>
            </a:avLst>
          </a:prstGeom>
          <a:solidFill>
            <a:srgbClr val="85C8FF"/>
          </a:solidFill>
          <a:ln>
            <a:noFill/>
          </a:ln>
        </p:spPr>
        <p:txBody>
          <a:bodyPr anchorCtr="0" anchor="ctr" bIns="91425" lIns="18000" spcFirstLastPara="1" rIns="18000" wrap="square" tIns="91425">
            <a:noAutofit/>
          </a:bodyPr>
          <a:lstStyle/>
          <a:p>
            <a:pPr indent="0" lvl="0" marL="0" rtl="0" algn="ctr">
              <a:spcBef>
                <a:spcPts val="0"/>
              </a:spcBef>
              <a:spcAft>
                <a:spcPts val="0"/>
              </a:spcAft>
              <a:buNone/>
            </a:pPr>
            <a:r>
              <a:rPr b="1" lang="es" sz="1200">
                <a:solidFill>
                  <a:schemeClr val="lt1"/>
                </a:solidFill>
                <a:latin typeface="Lato"/>
                <a:ea typeface="Lato"/>
                <a:cs typeface="Lato"/>
                <a:sym typeface="Lato"/>
              </a:rPr>
              <a:t>Comentarios de clientes</a:t>
            </a:r>
            <a:endParaRPr b="1" sz="1200">
              <a:solidFill>
                <a:schemeClr val="lt1"/>
              </a:solidFill>
              <a:latin typeface="Lato"/>
              <a:ea typeface="Lato"/>
              <a:cs typeface="Lato"/>
              <a:sym typeface="Lato"/>
            </a:endParaRPr>
          </a:p>
        </p:txBody>
      </p:sp>
      <p:pic>
        <p:nvPicPr>
          <p:cNvPr id="296" name="Google Shape;296;p48"/>
          <p:cNvPicPr preferRelativeResize="0"/>
          <p:nvPr/>
        </p:nvPicPr>
        <p:blipFill rotWithShape="1">
          <a:blip r:embed="rId3">
            <a:alphaModFix/>
          </a:blip>
          <a:srcRect b="0" l="2322" r="2919" t="62755"/>
          <a:stretch/>
        </p:blipFill>
        <p:spPr>
          <a:xfrm>
            <a:off x="486675" y="2754975"/>
            <a:ext cx="8453425" cy="18985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0" name="Shape 300"/>
        <p:cNvGrpSpPr/>
        <p:nvPr/>
      </p:nvGrpSpPr>
      <p:grpSpPr>
        <a:xfrm>
          <a:off x="0" y="0"/>
          <a:ext cx="0" cy="0"/>
          <a:chOff x="0" y="0"/>
          <a:chExt cx="0" cy="0"/>
        </a:xfrm>
      </p:grpSpPr>
      <p:sp>
        <p:nvSpPr>
          <p:cNvPr id="301" name="Google Shape;301;p49"/>
          <p:cNvSpPr/>
          <p:nvPr/>
        </p:nvSpPr>
        <p:spPr>
          <a:xfrm>
            <a:off x="348300" y="278925"/>
            <a:ext cx="8460900" cy="4520100"/>
          </a:xfrm>
          <a:prstGeom prst="roundRect">
            <a:avLst>
              <a:gd fmla="val 4831" name="adj"/>
            </a:avLst>
          </a:prstGeom>
          <a:solidFill>
            <a:srgbClr val="00139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2" name="Google Shape;302;p49"/>
          <p:cNvSpPr txBox="1"/>
          <p:nvPr/>
        </p:nvSpPr>
        <p:spPr>
          <a:xfrm>
            <a:off x="714725" y="2240850"/>
            <a:ext cx="7591200" cy="12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5000">
                <a:solidFill>
                  <a:srgbClr val="FFFFFF"/>
                </a:solidFill>
                <a:latin typeface="Source Serif 4"/>
                <a:ea typeface="Source Serif 4"/>
                <a:cs typeface="Source Serif 4"/>
                <a:sym typeface="Source Serif 4"/>
              </a:rPr>
              <a:t>Anexo</a:t>
            </a:r>
            <a:endParaRPr b="1" sz="2000">
              <a:solidFill>
                <a:schemeClr val="accent6"/>
              </a:solidFill>
              <a:latin typeface="Source Serif 4"/>
              <a:ea typeface="Source Serif 4"/>
              <a:cs typeface="Source Serif 4"/>
              <a:sym typeface="Source Serif 4"/>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6" name="Shape 306"/>
        <p:cNvGrpSpPr/>
        <p:nvPr/>
      </p:nvGrpSpPr>
      <p:grpSpPr>
        <a:xfrm>
          <a:off x="0" y="0"/>
          <a:ext cx="0" cy="0"/>
          <a:chOff x="0" y="0"/>
          <a:chExt cx="0" cy="0"/>
        </a:xfrm>
      </p:grpSpPr>
      <p:sp>
        <p:nvSpPr>
          <p:cNvPr id="307" name="Google Shape;307;p50"/>
          <p:cNvSpPr/>
          <p:nvPr/>
        </p:nvSpPr>
        <p:spPr>
          <a:xfrm>
            <a:off x="2885175" y="1300400"/>
            <a:ext cx="5924100" cy="3096300"/>
          </a:xfrm>
          <a:prstGeom prst="roundRect">
            <a:avLst>
              <a:gd fmla="val 3026" name="adj"/>
            </a:avLst>
          </a:prstGeom>
          <a:solidFill>
            <a:srgbClr val="FFFFFF"/>
          </a:solid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t/>
            </a:r>
            <a:endParaRPr sz="1500">
              <a:solidFill>
                <a:srgbClr val="001391"/>
              </a:solidFill>
              <a:latin typeface="Lato Light"/>
              <a:ea typeface="Lato Light"/>
              <a:cs typeface="Lato Light"/>
              <a:sym typeface="Lato Light"/>
            </a:endParaRPr>
          </a:p>
        </p:txBody>
      </p:sp>
      <p:sp>
        <p:nvSpPr>
          <p:cNvPr id="308" name="Google Shape;308;p50"/>
          <p:cNvSpPr/>
          <p:nvPr/>
        </p:nvSpPr>
        <p:spPr>
          <a:xfrm>
            <a:off x="1810417" y="2234844"/>
            <a:ext cx="129600" cy="18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9" name="Google Shape;309;p50"/>
          <p:cNvSpPr/>
          <p:nvPr/>
        </p:nvSpPr>
        <p:spPr>
          <a:xfrm>
            <a:off x="2885175" y="1188000"/>
            <a:ext cx="5924100" cy="393900"/>
          </a:xfrm>
          <a:prstGeom prst="round2SameRect">
            <a:avLst>
              <a:gd fmla="val 15026" name="adj1"/>
              <a:gd fmla="val 0" name="adj2"/>
            </a:avLst>
          </a:prstGeom>
          <a:solidFill>
            <a:srgbClr val="001391"/>
          </a:solidFill>
          <a:ln>
            <a:noFill/>
          </a:ln>
        </p:spPr>
        <p:txBody>
          <a:bodyPr anchorCtr="0" anchor="ctr" bIns="90000" lIns="91425" spcFirstLastPara="1" rIns="91425" wrap="square" tIns="72000">
            <a:noAutofit/>
          </a:bodyPr>
          <a:lstStyle/>
          <a:p>
            <a:pPr indent="0" lvl="0" marL="0" rtl="0" algn="l">
              <a:spcBef>
                <a:spcPts val="0"/>
              </a:spcBef>
              <a:spcAft>
                <a:spcPts val="0"/>
              </a:spcAft>
              <a:buNone/>
            </a:pPr>
            <a:r>
              <a:rPr b="1" lang="es" sz="1300">
                <a:solidFill>
                  <a:srgbClr val="FFFFFF"/>
                </a:solidFill>
                <a:latin typeface="Source Serif 4"/>
                <a:ea typeface="Source Serif 4"/>
                <a:cs typeface="Source Serif 4"/>
                <a:sym typeface="Source Serif 4"/>
              </a:rPr>
              <a:t>KPIs del periodo</a:t>
            </a:r>
            <a:br>
              <a:rPr b="1" lang="es" sz="1300">
                <a:solidFill>
                  <a:srgbClr val="FFFFFF"/>
                </a:solidFill>
                <a:latin typeface="Source Serif 4"/>
                <a:ea typeface="Source Serif 4"/>
                <a:cs typeface="Source Serif 4"/>
                <a:sym typeface="Source Serif 4"/>
              </a:rPr>
            </a:br>
            <a:r>
              <a:rPr lang="es" sz="900">
                <a:solidFill>
                  <a:srgbClr val="FFFFFF"/>
                </a:solidFill>
                <a:latin typeface="Source Serif 4 Light"/>
                <a:ea typeface="Source Serif 4 Light"/>
                <a:cs typeface="Source Serif 4 Light"/>
                <a:sym typeface="Source Serif 4 Light"/>
              </a:rPr>
              <a:t>Vista actual y quincenal de incidencias por criticidad</a:t>
            </a:r>
            <a:endParaRPr>
              <a:latin typeface="Source Serif 4 Light"/>
              <a:ea typeface="Source Serif 4 Light"/>
              <a:cs typeface="Source Serif 4 Light"/>
              <a:sym typeface="Source Serif 4 Light"/>
            </a:endParaRPr>
          </a:p>
        </p:txBody>
      </p:sp>
      <p:sp>
        <p:nvSpPr>
          <p:cNvPr id="310" name="Google Shape;310;p50"/>
          <p:cNvSpPr txBox="1"/>
          <p:nvPr/>
        </p:nvSpPr>
        <p:spPr>
          <a:xfrm>
            <a:off x="299450" y="1555244"/>
            <a:ext cx="2238900" cy="957000"/>
          </a:xfrm>
          <a:prstGeom prst="rect">
            <a:avLst/>
          </a:prstGeom>
          <a:noFill/>
          <a:ln>
            <a:noFill/>
          </a:ln>
        </p:spPr>
        <p:txBody>
          <a:bodyPr anchorCtr="0" anchor="t" bIns="91425" lIns="18000" spcFirstLastPara="1" rIns="91425" wrap="square" tIns="91425">
            <a:noAutofit/>
          </a:bodyPr>
          <a:lstStyle/>
          <a:p>
            <a:pPr indent="-166199" lvl="0" marL="269999" marR="0" rtl="0" algn="l">
              <a:lnSpc>
                <a:spcPct val="100000"/>
              </a:lnSpc>
              <a:spcBef>
                <a:spcPts val="0"/>
              </a:spcBef>
              <a:spcAft>
                <a:spcPts val="0"/>
              </a:spcAft>
              <a:buClr>
                <a:srgbClr val="001391"/>
              </a:buClr>
              <a:buSzPts val="1200"/>
              <a:buFont typeface="Source Serif 4 Light"/>
              <a:buChar char="➢"/>
            </a:pPr>
            <a:r>
              <a:rPr lang="es" sz="1200">
                <a:solidFill>
                  <a:srgbClr val="001391"/>
                </a:solidFill>
                <a:latin typeface="Source Serif 4 Light"/>
                <a:ea typeface="Source Serif 4 Light"/>
                <a:cs typeface="Source Serif 4 Light"/>
                <a:sym typeface="Source Serif 4 Light"/>
              </a:rPr>
              <a:t>La slide consolida abiertas actuales, nuevas y cerradas del periodo con foco en criticidad y variación frente al corte anterior.</a:t>
            </a:r>
            <a:endParaRPr sz="1200">
              <a:solidFill>
                <a:srgbClr val="001391"/>
              </a:solidFill>
              <a:latin typeface="Source Serif 4 Light"/>
              <a:ea typeface="Source Serif 4 Light"/>
              <a:cs typeface="Source Serif 4 Light"/>
              <a:sym typeface="Source Serif 4 Light"/>
            </a:endParaRPr>
          </a:p>
          <a:p>
            <a:pPr indent="-166199" lvl="0" marL="269999" marR="0" rtl="0" algn="l">
              <a:lnSpc>
                <a:spcPct val="100000"/>
              </a:lnSpc>
              <a:spcBef>
                <a:spcPts val="1000"/>
              </a:spcBef>
              <a:spcAft>
                <a:spcPts val="0"/>
              </a:spcAft>
              <a:buClr>
                <a:srgbClr val="001391"/>
              </a:buClr>
              <a:buSzPts val="1200"/>
              <a:buFont typeface="Source Serif 4 Light"/>
              <a:buChar char="➢"/>
            </a:pPr>
            <a:r>
              <a:rPr lang="es" sz="1200">
                <a:solidFill>
                  <a:srgbClr val="001391"/>
                </a:solidFill>
                <a:latin typeface="Source Serif 4 Light"/>
                <a:ea typeface="Source Serif 4 Light"/>
                <a:cs typeface="Source Serif 4 Light"/>
                <a:sym typeface="Source Serif 4 Light"/>
              </a:rPr>
              <a:t>Incluye tiempo medio de resolución, porcentaje de incidencias abiertas por encima del umbral y detalle por antigüedad.</a:t>
            </a:r>
            <a:endParaRPr sz="1200">
              <a:solidFill>
                <a:srgbClr val="001391"/>
              </a:solidFill>
              <a:latin typeface="Source Serif 4 Light"/>
              <a:ea typeface="Source Serif 4 Light"/>
              <a:cs typeface="Source Serif 4 Light"/>
              <a:sym typeface="Source Serif 4 Light"/>
            </a:endParaRPr>
          </a:p>
          <a:p>
            <a:pPr indent="-166199" lvl="0" marL="269999" marR="0" rtl="0" algn="l">
              <a:lnSpc>
                <a:spcPct val="100000"/>
              </a:lnSpc>
              <a:spcBef>
                <a:spcPts val="1000"/>
              </a:spcBef>
              <a:spcAft>
                <a:spcPts val="1000"/>
              </a:spcAft>
              <a:buClr>
                <a:srgbClr val="001391"/>
              </a:buClr>
              <a:buSzPts val="1200"/>
              <a:buFont typeface="Source Serif 4 Light"/>
              <a:buChar char="➢"/>
            </a:pPr>
            <a:r>
              <a:rPr lang="es" sz="1200">
                <a:solidFill>
                  <a:srgbClr val="001391"/>
                </a:solidFill>
                <a:latin typeface="Source Serif 4 Light"/>
                <a:ea typeface="Source Serif 4 Light"/>
                <a:cs typeface="Source Serif 4 Light"/>
                <a:sym typeface="Source Serif 4 Light"/>
              </a:rPr>
              <a:t>Permite señalar incidencias maestras con más de 5 clientes afectados y distinguir cierres por aclaración o resolución. </a:t>
            </a:r>
            <a:endParaRPr sz="1200">
              <a:solidFill>
                <a:srgbClr val="001391"/>
              </a:solidFill>
              <a:latin typeface="Source Serif 4 Light"/>
              <a:ea typeface="Source Serif 4 Light"/>
              <a:cs typeface="Source Serif 4 Light"/>
              <a:sym typeface="Source Serif 4 Light"/>
            </a:endParaRPr>
          </a:p>
        </p:txBody>
      </p:sp>
      <p:sp>
        <p:nvSpPr>
          <p:cNvPr id="311" name="Google Shape;311;p50"/>
          <p:cNvSpPr/>
          <p:nvPr/>
        </p:nvSpPr>
        <p:spPr>
          <a:xfrm>
            <a:off x="344875" y="4582862"/>
            <a:ext cx="8565000" cy="422700"/>
          </a:xfrm>
          <a:prstGeom prst="roundRect">
            <a:avLst>
              <a:gd fmla="val 12218" name="adj"/>
            </a:avLst>
          </a:prstGeom>
          <a:solidFill>
            <a:srgbClr val="85C8FF"/>
          </a:solidFill>
          <a:ln>
            <a:noFill/>
          </a:ln>
        </p:spPr>
        <p:txBody>
          <a:bodyPr anchorCtr="0" anchor="ctr" bIns="180000" lIns="180000" spcFirstLastPara="1" rIns="180000" wrap="square" tIns="180000">
            <a:noAutofit/>
          </a:bodyPr>
          <a:lstStyle/>
          <a:p>
            <a:pPr indent="0" lvl="0" marL="0" marR="0" rtl="0" algn="ctr">
              <a:lnSpc>
                <a:spcPct val="100000"/>
              </a:lnSpc>
              <a:spcBef>
                <a:spcPts val="0"/>
              </a:spcBef>
              <a:spcAft>
                <a:spcPts val="0"/>
              </a:spcAft>
              <a:buNone/>
            </a:pPr>
            <a:r>
              <a:rPr b="1" lang="es" sz="1200">
                <a:solidFill>
                  <a:srgbClr val="001391"/>
                </a:solidFill>
                <a:latin typeface="Source Serif 4"/>
                <a:ea typeface="Source Serif 4"/>
                <a:cs typeface="Source Serif 4"/>
                <a:sym typeface="Source Serif 4"/>
              </a:rPr>
              <a:t>TBD: completar con el principal insight operativo del periodo y la prioridad de actuación inmediata.</a:t>
            </a:r>
            <a:endParaRPr b="1" sz="1200">
              <a:solidFill>
                <a:srgbClr val="001391"/>
              </a:solidFill>
              <a:latin typeface="Source Serif 4"/>
              <a:ea typeface="Source Serif 4"/>
              <a:cs typeface="Source Serif 4"/>
              <a:sym typeface="Source Serif 4"/>
            </a:endParaRPr>
          </a:p>
        </p:txBody>
      </p:sp>
      <p:sp>
        <p:nvSpPr>
          <p:cNvPr id="312" name="Google Shape;312;p50"/>
          <p:cNvSpPr txBox="1"/>
          <p:nvPr/>
        </p:nvSpPr>
        <p:spPr>
          <a:xfrm>
            <a:off x="342000" y="270000"/>
            <a:ext cx="7971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b="1" lang="es" sz="2400">
                <a:solidFill>
                  <a:srgbClr val="001391"/>
                </a:solidFill>
                <a:latin typeface="Source Serif 4"/>
                <a:ea typeface="Source Serif 4"/>
                <a:cs typeface="Source Serif 4"/>
                <a:sym typeface="Source Serif 4"/>
              </a:rPr>
              <a:t>Los KPIs operativos permiten priorizar volumen, criticidad y tiempos de resolución</a:t>
            </a:r>
            <a:endParaRPr b="1" sz="2400">
              <a:solidFill>
                <a:srgbClr val="001391"/>
              </a:solidFill>
              <a:latin typeface="Source Serif 4"/>
              <a:ea typeface="Source Serif 4"/>
              <a:cs typeface="Source Serif 4"/>
              <a:sym typeface="Source Serif 4"/>
            </a:endParaRPr>
          </a:p>
        </p:txBody>
      </p:sp>
      <p:sp>
        <p:nvSpPr>
          <p:cNvPr id="313" name="Google Shape;313;p50"/>
          <p:cNvSpPr txBox="1"/>
          <p:nvPr/>
        </p:nvSpPr>
        <p:spPr>
          <a:xfrm>
            <a:off x="3242700" y="1816350"/>
            <a:ext cx="5228100" cy="2201400"/>
          </a:xfrm>
          <a:prstGeom prst="rect">
            <a:avLst/>
          </a:prstGeom>
          <a:noFill/>
          <a:ln>
            <a:noFill/>
          </a:ln>
        </p:spPr>
        <p:txBody>
          <a:bodyPr anchorCtr="0" anchor="t" bIns="91425" lIns="18000" spcFirstLastPara="1" rIns="91425" wrap="square" tIns="91425">
            <a:noAutofit/>
          </a:bodyPr>
          <a:lstStyle/>
          <a:p>
            <a:pPr indent="0" lvl="0" marL="0" marR="0" rtl="0" algn="l">
              <a:lnSpc>
                <a:spcPct val="100000"/>
              </a:lnSpc>
              <a:spcBef>
                <a:spcPts val="0"/>
              </a:spcBef>
              <a:spcAft>
                <a:spcPts val="1000"/>
              </a:spcAft>
              <a:buNone/>
            </a:pPr>
            <a:r>
              <a:t/>
            </a:r>
            <a:endParaRPr sz="900">
              <a:solidFill>
                <a:srgbClr val="001391"/>
              </a:solidFill>
              <a:latin typeface="Source Serif 4 Light"/>
              <a:ea typeface="Source Serif 4 Light"/>
              <a:cs typeface="Source Serif 4 Light"/>
              <a:sym typeface="Source Serif 4 Light"/>
            </a:endParaRPr>
          </a:p>
        </p:txBody>
      </p:sp>
      <p:graphicFrame>
        <p:nvGraphicFramePr>
          <p:cNvPr id="314" name="Google Shape;314;p50"/>
          <p:cNvGraphicFramePr/>
          <p:nvPr/>
        </p:nvGraphicFramePr>
        <p:xfrm>
          <a:off x="3242700" y="1816350"/>
          <a:ext cx="3000000" cy="3000000"/>
        </p:xfrm>
        <a:graphic>
          <a:graphicData uri="http://schemas.openxmlformats.org/drawingml/2006/table">
            <a:tbl>
              <a:tblPr>
                <a:noFill/>
                <a:tableStyleId>{8066247C-4CC9-442F-B5FC-95EB723CFAD2}</a:tableStyleId>
              </a:tblPr>
              <a:tblGrid>
                <a:gridCol w="1045625"/>
                <a:gridCol w="1045625"/>
                <a:gridCol w="1045625"/>
                <a:gridCol w="1045625"/>
                <a:gridCol w="1045625"/>
              </a:tblGrid>
              <a:tr h="314475">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Indicador</a:t>
                      </a:r>
                      <a:endParaRPr b="1" sz="900">
                        <a:solidFill>
                          <a:srgbClr val="FFFFFF"/>
                        </a:solidFill>
                        <a:latin typeface="Lato"/>
                        <a:ea typeface="Lato"/>
                        <a:cs typeface="Lato"/>
                        <a:sym typeface="Lato"/>
                      </a:endParaRPr>
                    </a:p>
                  </a:txBody>
                  <a:tcPr marT="91425" marB="91425" marR="91425" marL="91425">
                    <a:solidFill>
                      <a:srgbClr val="001391"/>
                    </a:solidFill>
                  </a:tcPr>
                </a:tc>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Valor</a:t>
                      </a:r>
                      <a:endParaRPr b="1" sz="900">
                        <a:solidFill>
                          <a:srgbClr val="FFFFFF"/>
                        </a:solidFill>
                        <a:latin typeface="Lato"/>
                        <a:ea typeface="Lato"/>
                        <a:cs typeface="Lato"/>
                        <a:sym typeface="Lato"/>
                      </a:endParaRPr>
                    </a:p>
                  </a:txBody>
                  <a:tcPr marT="91425" marB="91425" marR="91425" marL="91425">
                    <a:solidFill>
                      <a:srgbClr val="001391"/>
                    </a:solidFill>
                  </a:tcPr>
                </a:tc>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Criticidad</a:t>
                      </a:r>
                      <a:endParaRPr b="1" sz="900">
                        <a:solidFill>
                          <a:srgbClr val="FFFFFF"/>
                        </a:solidFill>
                        <a:latin typeface="Lato"/>
                        <a:ea typeface="Lato"/>
                        <a:cs typeface="Lato"/>
                        <a:sym typeface="Lato"/>
                      </a:endParaRPr>
                    </a:p>
                  </a:txBody>
                  <a:tcPr marT="91425" marB="91425" marR="91425" marL="91425">
                    <a:solidFill>
                      <a:srgbClr val="001391"/>
                    </a:solidFill>
                  </a:tcPr>
                </a:tc>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Variación</a:t>
                      </a:r>
                      <a:endParaRPr b="1" sz="900">
                        <a:solidFill>
                          <a:srgbClr val="FFFFFF"/>
                        </a:solidFill>
                        <a:latin typeface="Lato"/>
                        <a:ea typeface="Lato"/>
                        <a:cs typeface="Lato"/>
                        <a:sym typeface="Lato"/>
                      </a:endParaRPr>
                    </a:p>
                  </a:txBody>
                  <a:tcPr marT="91425" marB="91425" marR="91425" marL="91425">
                    <a:solidFill>
                      <a:srgbClr val="001391"/>
                    </a:solidFill>
                  </a:tcPr>
                </a:tc>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Detalle</a:t>
                      </a:r>
                      <a:endParaRPr b="1" sz="900">
                        <a:solidFill>
                          <a:srgbClr val="FFFFFF"/>
                        </a:solidFill>
                        <a:latin typeface="Lato"/>
                        <a:ea typeface="Lato"/>
                        <a:cs typeface="Lato"/>
                        <a:sym typeface="Lato"/>
                      </a:endParaRPr>
                    </a:p>
                  </a:txBody>
                  <a:tcPr marT="91425" marB="91425" marR="91425" marL="91425">
                    <a:solidFill>
                      <a:srgbClr val="001391"/>
                    </a:solidFill>
                  </a:tcPr>
                </a:tc>
              </a:tr>
              <a:tr h="3144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Abiertas actuales</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TBD:Alta Media Baja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TBD:detalle por severidad</a:t>
                      </a:r>
                      <a:endParaRPr sz="900">
                        <a:solidFill>
                          <a:srgbClr val="001391"/>
                        </a:solidFill>
                        <a:latin typeface="Lato"/>
                        <a:ea typeface="Lato"/>
                        <a:cs typeface="Lato"/>
                        <a:sym typeface="Lato"/>
                      </a:endParaRPr>
                    </a:p>
                  </a:txBody>
                  <a:tcPr marT="91425" marB="91425" marR="91425" marL="91425">
                    <a:solidFill>
                      <a:srgbClr val="FFFFFF"/>
                    </a:solidFill>
                  </a:tcPr>
                </a:tc>
              </a:tr>
              <a:tr h="3144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Nuevas quincena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TBD:Alta Media Baja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TBD:marcar maestras &gt;5 clientes</a:t>
                      </a:r>
                      <a:endParaRPr sz="900">
                        <a:solidFill>
                          <a:srgbClr val="001391"/>
                        </a:solidFill>
                        <a:latin typeface="Lato"/>
                        <a:ea typeface="Lato"/>
                        <a:cs typeface="Lato"/>
                        <a:sym typeface="Lato"/>
                      </a:endParaRPr>
                    </a:p>
                  </a:txBody>
                  <a:tcPr marT="91425" marB="91425" marR="91425" marL="91425">
                    <a:solidFill>
                      <a:srgbClr val="FFFFFF"/>
                    </a:solidFill>
                  </a:tcPr>
                </a:tc>
              </a:tr>
              <a:tr h="3144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Cerradas quincena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TBD:Alta Media Baja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TBD:aclaración o resolución</a:t>
                      </a:r>
                      <a:endParaRPr sz="900">
                        <a:solidFill>
                          <a:srgbClr val="001391"/>
                        </a:solidFill>
                        <a:latin typeface="Lato"/>
                        <a:ea typeface="Lato"/>
                        <a:cs typeface="Lato"/>
                        <a:sym typeface="Lato"/>
                      </a:endParaRPr>
                    </a:p>
                  </a:txBody>
                  <a:tcPr marT="91425" marB="91425" marR="91425" marL="91425">
                    <a:solidFill>
                      <a:srgbClr val="FFFFFF"/>
                    </a:solidFill>
                  </a:tcPr>
                </a:tc>
              </a:tr>
              <a:tr h="3144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Tiempo medio resolución</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 días</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TBD:por criticidad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TBD:vs previo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TBD:desglose operativo</a:t>
                      </a:r>
                      <a:endParaRPr sz="900">
                        <a:solidFill>
                          <a:srgbClr val="001391"/>
                        </a:solidFill>
                        <a:latin typeface="Lato"/>
                        <a:ea typeface="Lato"/>
                        <a:cs typeface="Lato"/>
                        <a:sym typeface="Lato"/>
                      </a:endParaRPr>
                    </a:p>
                  </a:txBody>
                  <a:tcPr marT="91425" marB="91425" marR="91425" marL="91425">
                    <a:solidFill>
                      <a:srgbClr val="FFFFFF"/>
                    </a:solidFill>
                  </a:tcPr>
                </a:tc>
              </a:tr>
              <a:tr h="3144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Abiertas &gt; X días</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TBD:por criticidad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TBD:vs previo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TBD:listado incidencias</a:t>
                      </a:r>
                      <a:endParaRPr sz="900">
                        <a:solidFill>
                          <a:srgbClr val="001391"/>
                        </a:solidFill>
                        <a:latin typeface="Lato"/>
                        <a:ea typeface="Lato"/>
                        <a:cs typeface="Lato"/>
                        <a:sym typeface="Lato"/>
                      </a:endParaRPr>
                    </a:p>
                  </a:txBody>
                  <a:tcPr marT="91425" marB="91425" marR="91425" marL="91425">
                    <a:solidFill>
                      <a:srgbClr val="FFFFFF"/>
                    </a:solidFill>
                  </a:tcPr>
                </a:tc>
              </a:tr>
              <a:tr h="3144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Detalle por antigüedad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TBD:tramos</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TBD:por severidad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TBD:vs previo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TBD:0-7 8-15 16-30 &gt;30</a:t>
                      </a:r>
                      <a:endParaRPr sz="900">
                        <a:solidFill>
                          <a:srgbClr val="001391"/>
                        </a:solidFill>
                        <a:latin typeface="Lato"/>
                        <a:ea typeface="Lato"/>
                        <a:cs typeface="Lato"/>
                        <a:sym typeface="Lato"/>
                      </a:endParaRPr>
                    </a:p>
                  </a:txBody>
                  <a:tcPr marT="91425" marB="91425" marR="91425" marL="91425">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8" name="Shape 318"/>
        <p:cNvGrpSpPr/>
        <p:nvPr/>
      </p:nvGrpSpPr>
      <p:grpSpPr>
        <a:xfrm>
          <a:off x="0" y="0"/>
          <a:ext cx="0" cy="0"/>
          <a:chOff x="0" y="0"/>
          <a:chExt cx="0" cy="0"/>
        </a:xfrm>
      </p:grpSpPr>
      <p:sp>
        <p:nvSpPr>
          <p:cNvPr id="319" name="Google Shape;319;p51"/>
          <p:cNvSpPr/>
          <p:nvPr/>
        </p:nvSpPr>
        <p:spPr>
          <a:xfrm>
            <a:off x="241450" y="670350"/>
            <a:ext cx="8558700" cy="14052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300">
                <a:solidFill>
                  <a:srgbClr val="04137B"/>
                </a:solidFill>
                <a:latin typeface="Lato"/>
                <a:ea typeface="Lato"/>
                <a:cs typeface="Lato"/>
                <a:sym typeface="Lato"/>
              </a:rPr>
              <a:t>Incidencias abiertas por criticidad</a:t>
            </a:r>
            <a:endParaRPr b="1" sz="1200">
              <a:solidFill>
                <a:srgbClr val="001391"/>
              </a:solidFill>
              <a:latin typeface="Lato"/>
              <a:ea typeface="Lato"/>
              <a:cs typeface="Lato"/>
              <a:sym typeface="Lato"/>
            </a:endParaRPr>
          </a:p>
        </p:txBody>
      </p:sp>
      <p:sp>
        <p:nvSpPr>
          <p:cNvPr id="320" name="Google Shape;320;p51"/>
          <p:cNvSpPr/>
          <p:nvPr/>
        </p:nvSpPr>
        <p:spPr>
          <a:xfrm>
            <a:off x="241450" y="2182350"/>
            <a:ext cx="4117800" cy="12276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200">
                <a:solidFill>
                  <a:srgbClr val="001391"/>
                </a:solidFill>
                <a:latin typeface="Lato"/>
                <a:ea typeface="Lato"/>
                <a:cs typeface="Lato"/>
                <a:sym typeface="Lato"/>
              </a:rPr>
              <a:t>Nuevas incidencias</a:t>
            </a:r>
            <a:endParaRPr b="1" sz="1200">
              <a:solidFill>
                <a:srgbClr val="001391"/>
              </a:solidFill>
              <a:latin typeface="Lato"/>
              <a:ea typeface="Lato"/>
              <a:cs typeface="Lato"/>
              <a:sym typeface="Lato"/>
            </a:endParaRPr>
          </a:p>
        </p:txBody>
      </p:sp>
      <p:sp>
        <p:nvSpPr>
          <p:cNvPr id="321" name="Google Shape;321;p51"/>
          <p:cNvSpPr/>
          <p:nvPr/>
        </p:nvSpPr>
        <p:spPr>
          <a:xfrm>
            <a:off x="4691600" y="2182350"/>
            <a:ext cx="4117800" cy="12276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200">
                <a:solidFill>
                  <a:srgbClr val="001391"/>
                </a:solidFill>
                <a:latin typeface="Lato"/>
                <a:ea typeface="Lato"/>
                <a:cs typeface="Lato"/>
                <a:sym typeface="Lato"/>
              </a:rPr>
              <a:t>Incidencias cerradas</a:t>
            </a:r>
            <a:endParaRPr b="1" sz="1200">
              <a:solidFill>
                <a:srgbClr val="001391"/>
              </a:solidFill>
              <a:latin typeface="Lato"/>
              <a:ea typeface="Lato"/>
              <a:cs typeface="Lato"/>
              <a:sym typeface="Lato"/>
            </a:endParaRPr>
          </a:p>
        </p:txBody>
      </p:sp>
      <p:sp>
        <p:nvSpPr>
          <p:cNvPr id="322" name="Google Shape;322;p51"/>
          <p:cNvSpPr/>
          <p:nvPr/>
        </p:nvSpPr>
        <p:spPr>
          <a:xfrm>
            <a:off x="241450" y="3579900"/>
            <a:ext cx="4117800" cy="12276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200">
                <a:solidFill>
                  <a:srgbClr val="001391"/>
                </a:solidFill>
                <a:latin typeface="Lato"/>
                <a:ea typeface="Lato"/>
                <a:cs typeface="Lato"/>
                <a:sym typeface="Lato"/>
              </a:rPr>
              <a:t>Incidencias maestras</a:t>
            </a:r>
            <a:endParaRPr b="1" sz="1200">
              <a:solidFill>
                <a:srgbClr val="001391"/>
              </a:solidFill>
              <a:latin typeface="Lato"/>
              <a:ea typeface="Lato"/>
              <a:cs typeface="Lato"/>
              <a:sym typeface="Lato"/>
            </a:endParaRPr>
          </a:p>
        </p:txBody>
      </p:sp>
      <p:sp>
        <p:nvSpPr>
          <p:cNvPr id="323" name="Google Shape;323;p51"/>
          <p:cNvSpPr/>
          <p:nvPr/>
        </p:nvSpPr>
        <p:spPr>
          <a:xfrm>
            <a:off x="4691600" y="3579899"/>
            <a:ext cx="4117800" cy="12276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200">
                <a:solidFill>
                  <a:srgbClr val="001391"/>
                </a:solidFill>
                <a:latin typeface="Lato"/>
                <a:ea typeface="Lato"/>
                <a:cs typeface="Lato"/>
                <a:sym typeface="Lato"/>
              </a:rPr>
              <a:t>Tiempo medio de resolución</a:t>
            </a:r>
            <a:endParaRPr b="1" sz="1200">
              <a:solidFill>
                <a:srgbClr val="001391"/>
              </a:solidFill>
              <a:latin typeface="Lato"/>
              <a:ea typeface="Lato"/>
              <a:cs typeface="Lato"/>
              <a:sym typeface="Lato"/>
            </a:endParaRPr>
          </a:p>
        </p:txBody>
      </p:sp>
      <p:sp>
        <p:nvSpPr>
          <p:cNvPr id="324" name="Google Shape;324;p51"/>
          <p:cNvSpPr txBox="1"/>
          <p:nvPr/>
        </p:nvSpPr>
        <p:spPr>
          <a:xfrm>
            <a:off x="1213600" y="2574400"/>
            <a:ext cx="2173500" cy="49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3500">
                <a:solidFill>
                  <a:srgbClr val="04138B"/>
                </a:solidFill>
                <a:latin typeface="Lato"/>
                <a:ea typeface="Lato"/>
                <a:cs typeface="Lato"/>
                <a:sym typeface="Lato"/>
              </a:rPr>
              <a:t>6</a:t>
            </a:r>
            <a:r>
              <a:rPr b="1" lang="es" sz="3000">
                <a:solidFill>
                  <a:srgbClr val="04138B"/>
                </a:solidFill>
                <a:latin typeface="Lato"/>
                <a:ea typeface="Lato"/>
                <a:cs typeface="Lato"/>
                <a:sym typeface="Lato"/>
              </a:rPr>
              <a:t> </a:t>
            </a:r>
            <a:r>
              <a:rPr lang="es" sz="1300">
                <a:solidFill>
                  <a:srgbClr val="04138B"/>
                </a:solidFill>
                <a:latin typeface="Lato Light"/>
                <a:ea typeface="Lato Light"/>
                <a:cs typeface="Lato Light"/>
                <a:sym typeface="Lato Light"/>
              </a:rPr>
              <a:t>NUEVAS </a:t>
            </a:r>
            <a:r>
              <a:rPr lang="es" sz="1300">
                <a:solidFill>
                  <a:srgbClr val="04138B"/>
                </a:solidFill>
                <a:latin typeface="Lato Light"/>
                <a:ea typeface="Lato Light"/>
                <a:cs typeface="Lato Light"/>
                <a:sym typeface="Lato Light"/>
              </a:rPr>
              <a:t>INCIDENCIAS</a:t>
            </a:r>
            <a:endParaRPr sz="1300">
              <a:solidFill>
                <a:srgbClr val="04138B"/>
              </a:solidFill>
              <a:latin typeface="Lato Light"/>
              <a:ea typeface="Lato Light"/>
              <a:cs typeface="Lato Light"/>
              <a:sym typeface="Lato Light"/>
            </a:endParaRPr>
          </a:p>
          <a:p>
            <a:pPr indent="0" lvl="0" marL="0" rtl="0" algn="l">
              <a:lnSpc>
                <a:spcPct val="90000"/>
              </a:lnSpc>
              <a:spcBef>
                <a:spcPts val="0"/>
              </a:spcBef>
              <a:spcAft>
                <a:spcPts val="0"/>
              </a:spcAft>
              <a:buClr>
                <a:srgbClr val="080E43"/>
              </a:buClr>
              <a:buSzPts val="1100"/>
              <a:buFont typeface="Arial"/>
              <a:buNone/>
            </a:pPr>
            <a:r>
              <a:t/>
            </a:r>
            <a:endParaRPr sz="1300">
              <a:solidFill>
                <a:srgbClr val="04138B"/>
              </a:solidFill>
              <a:latin typeface="Lato Light"/>
              <a:ea typeface="Lato Light"/>
              <a:cs typeface="Lato Light"/>
              <a:sym typeface="Lato Light"/>
            </a:endParaRPr>
          </a:p>
          <a:p>
            <a:pPr indent="0" lvl="0" marL="0" rtl="0" algn="l">
              <a:lnSpc>
                <a:spcPct val="90000"/>
              </a:lnSpc>
              <a:spcBef>
                <a:spcPts val="0"/>
              </a:spcBef>
              <a:spcAft>
                <a:spcPts val="0"/>
              </a:spcAft>
              <a:buClr>
                <a:srgbClr val="080E43"/>
              </a:buClr>
              <a:buSzPts val="1100"/>
              <a:buFont typeface="Arial"/>
              <a:buNone/>
            </a:pPr>
            <a:r>
              <a:t/>
            </a:r>
            <a:endParaRPr b="1" sz="3500">
              <a:solidFill>
                <a:srgbClr val="04138B"/>
              </a:solidFill>
              <a:latin typeface="Lato"/>
              <a:ea typeface="Lato"/>
              <a:cs typeface="Lato"/>
              <a:sym typeface="Lato"/>
            </a:endParaRPr>
          </a:p>
          <a:p>
            <a:pPr indent="0" lvl="0" marL="0" rtl="0" algn="l">
              <a:lnSpc>
                <a:spcPct val="90000"/>
              </a:lnSpc>
              <a:spcBef>
                <a:spcPts val="0"/>
              </a:spcBef>
              <a:spcAft>
                <a:spcPts val="0"/>
              </a:spcAft>
              <a:buClr>
                <a:srgbClr val="080E43"/>
              </a:buClr>
              <a:buSzPts val="1100"/>
              <a:buFont typeface="Arial"/>
              <a:buNone/>
            </a:pPr>
            <a:r>
              <a:t/>
            </a:r>
            <a:endParaRPr sz="1300">
              <a:solidFill>
                <a:srgbClr val="04138B"/>
              </a:solidFill>
              <a:latin typeface="Lato Light"/>
              <a:ea typeface="Lato Light"/>
              <a:cs typeface="Lato Light"/>
              <a:sym typeface="Lato Light"/>
            </a:endParaRPr>
          </a:p>
        </p:txBody>
      </p:sp>
      <p:sp>
        <p:nvSpPr>
          <p:cNvPr id="325" name="Google Shape;325;p51"/>
          <p:cNvSpPr txBox="1"/>
          <p:nvPr/>
        </p:nvSpPr>
        <p:spPr>
          <a:xfrm>
            <a:off x="3375950" y="2636679"/>
            <a:ext cx="724500" cy="3336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b="1" lang="es" sz="1200">
                <a:solidFill>
                  <a:srgbClr val="DA6A6A"/>
                </a:solidFill>
                <a:latin typeface="Source Serif 4"/>
                <a:ea typeface="Source Serif 4"/>
                <a:cs typeface="Source Serif 4"/>
                <a:sym typeface="Source Serif 4"/>
              </a:rPr>
              <a:t>+</a:t>
            </a:r>
            <a:r>
              <a:rPr b="1" lang="es" sz="1200">
                <a:solidFill>
                  <a:srgbClr val="DA6A6A"/>
                </a:solidFill>
                <a:latin typeface="Source Serif 4"/>
                <a:ea typeface="Source Serif 4"/>
                <a:cs typeface="Source Serif 4"/>
                <a:sym typeface="Source Serif 4"/>
              </a:rPr>
              <a:t>10%</a:t>
            </a:r>
            <a:endParaRPr b="1" sz="1200">
              <a:solidFill>
                <a:srgbClr val="DA6A6A"/>
              </a:solidFill>
              <a:latin typeface="Source Serif 4"/>
              <a:ea typeface="Source Serif 4"/>
              <a:cs typeface="Source Serif 4"/>
              <a:sym typeface="Source Serif 4"/>
            </a:endParaRPr>
          </a:p>
        </p:txBody>
      </p:sp>
      <p:sp>
        <p:nvSpPr>
          <p:cNvPr id="326" name="Google Shape;326;p51"/>
          <p:cNvSpPr/>
          <p:nvPr/>
        </p:nvSpPr>
        <p:spPr>
          <a:xfrm>
            <a:off x="403300" y="3054047"/>
            <a:ext cx="3794100" cy="255300"/>
          </a:xfrm>
          <a:prstGeom prst="roundRect">
            <a:avLst>
              <a:gd fmla="val 19401" name="adj"/>
            </a:avLst>
          </a:prstGeom>
          <a:solidFill>
            <a:srgbClr val="DEEEFF"/>
          </a:solidFill>
          <a:ln>
            <a:noFill/>
          </a:ln>
        </p:spPr>
        <p:txBody>
          <a:bodyPr anchorCtr="0" anchor="ctr" bIns="18000" lIns="90000" spcFirstLastPara="1" rIns="90000" wrap="square" tIns="18000">
            <a:noAutofit/>
          </a:bodyPr>
          <a:lstStyle/>
          <a:p>
            <a:pPr indent="0" lvl="0" marL="0" rtl="0" algn="ctr">
              <a:lnSpc>
                <a:spcPct val="90000"/>
              </a:lnSpc>
              <a:spcBef>
                <a:spcPts val="0"/>
              </a:spcBef>
              <a:spcAft>
                <a:spcPts val="0"/>
              </a:spcAft>
              <a:buNone/>
            </a:pPr>
            <a:r>
              <a:rPr b="1" lang="es" sz="1200">
                <a:solidFill>
                  <a:srgbClr val="04138B"/>
                </a:solidFill>
                <a:latin typeface="Lato"/>
                <a:ea typeface="Lato"/>
                <a:cs typeface="Lato"/>
                <a:sym typeface="Lato"/>
              </a:rPr>
              <a:t>ANTES</a:t>
            </a:r>
            <a:r>
              <a:rPr lang="es" sz="1200">
                <a:solidFill>
                  <a:srgbClr val="04138B"/>
                </a:solidFill>
                <a:latin typeface="Lato Light"/>
                <a:ea typeface="Lato Light"/>
                <a:cs typeface="Lato Light"/>
                <a:sym typeface="Lato Light"/>
              </a:rPr>
              <a:t>: 11 	           </a:t>
            </a:r>
            <a:r>
              <a:rPr b="1" lang="es" sz="1200">
                <a:solidFill>
                  <a:srgbClr val="04138B"/>
                </a:solidFill>
                <a:latin typeface="Lato"/>
                <a:ea typeface="Lato"/>
                <a:cs typeface="Lato"/>
                <a:sym typeface="Lato"/>
              </a:rPr>
              <a:t>AHORA</a:t>
            </a:r>
            <a:r>
              <a:rPr lang="es" sz="1200">
                <a:solidFill>
                  <a:srgbClr val="04138B"/>
                </a:solidFill>
                <a:latin typeface="Lato Light"/>
                <a:ea typeface="Lato Light"/>
                <a:cs typeface="Lato Light"/>
                <a:sym typeface="Lato Light"/>
              </a:rPr>
              <a:t>: 17          </a:t>
            </a:r>
            <a:r>
              <a:rPr b="1" lang="es" sz="1200">
                <a:solidFill>
                  <a:srgbClr val="04138B"/>
                </a:solidFill>
                <a:latin typeface="Lato"/>
                <a:ea typeface="Lato"/>
                <a:cs typeface="Lato"/>
                <a:sym typeface="Lato"/>
              </a:rPr>
              <a:t>ACUMULADO</a:t>
            </a:r>
            <a:r>
              <a:rPr lang="es" sz="1200">
                <a:solidFill>
                  <a:srgbClr val="04138B"/>
                </a:solidFill>
                <a:latin typeface="Lato Light"/>
                <a:ea typeface="Lato Light"/>
                <a:cs typeface="Lato Light"/>
                <a:sym typeface="Lato Light"/>
              </a:rPr>
              <a:t>: 27</a:t>
            </a:r>
            <a:endParaRPr sz="1200">
              <a:solidFill>
                <a:srgbClr val="001391"/>
              </a:solidFill>
              <a:latin typeface="Source Serif 4 Black"/>
              <a:ea typeface="Source Serif 4 Black"/>
              <a:cs typeface="Source Serif 4 Black"/>
              <a:sym typeface="Source Serif 4 Black"/>
            </a:endParaRPr>
          </a:p>
        </p:txBody>
      </p:sp>
      <p:sp>
        <p:nvSpPr>
          <p:cNvPr id="327" name="Google Shape;327;p51"/>
          <p:cNvSpPr txBox="1"/>
          <p:nvPr/>
        </p:nvSpPr>
        <p:spPr>
          <a:xfrm>
            <a:off x="4868350" y="2574400"/>
            <a:ext cx="3550800" cy="6894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rgbClr val="080E43"/>
              </a:buClr>
              <a:buSzPts val="1100"/>
              <a:buFont typeface="Arial"/>
              <a:buNone/>
            </a:pPr>
            <a:r>
              <a:rPr b="1" lang="es" sz="3500">
                <a:solidFill>
                  <a:srgbClr val="04138B"/>
                </a:solidFill>
                <a:latin typeface="Lato"/>
                <a:ea typeface="Lato"/>
                <a:cs typeface="Lato"/>
                <a:sym typeface="Lato"/>
              </a:rPr>
              <a:t>3</a:t>
            </a:r>
            <a:r>
              <a:rPr b="1" lang="es" sz="3000">
                <a:solidFill>
                  <a:srgbClr val="04138B"/>
                </a:solidFill>
                <a:latin typeface="Lato"/>
                <a:ea typeface="Lato"/>
                <a:cs typeface="Lato"/>
                <a:sym typeface="Lato"/>
              </a:rPr>
              <a:t> </a:t>
            </a:r>
            <a:r>
              <a:rPr lang="es" sz="1300">
                <a:solidFill>
                  <a:srgbClr val="04138B"/>
                </a:solidFill>
                <a:latin typeface="Lato Light"/>
                <a:ea typeface="Lato Light"/>
                <a:cs typeface="Lato Light"/>
                <a:sym typeface="Lato Light"/>
              </a:rPr>
              <a:t>INCIDENCIAS CERRADAS </a:t>
            </a:r>
            <a:br>
              <a:rPr lang="es" sz="1300">
                <a:solidFill>
                  <a:srgbClr val="04138B"/>
                </a:solidFill>
                <a:latin typeface="Lato Light"/>
                <a:ea typeface="Lato Light"/>
                <a:cs typeface="Lato Light"/>
                <a:sym typeface="Lato Light"/>
              </a:rPr>
            </a:br>
            <a:r>
              <a:rPr lang="es" sz="1300">
                <a:solidFill>
                  <a:srgbClr val="04138B"/>
                </a:solidFill>
                <a:latin typeface="Lato Light"/>
                <a:ea typeface="Lato Light"/>
                <a:cs typeface="Lato Light"/>
                <a:sym typeface="Lato Light"/>
              </a:rPr>
              <a:t>ESTA QUINCENA</a:t>
            </a:r>
            <a:endParaRPr sz="1300">
              <a:solidFill>
                <a:srgbClr val="04138B"/>
              </a:solidFill>
              <a:latin typeface="Lato Light"/>
              <a:ea typeface="Lato Light"/>
              <a:cs typeface="Lato Light"/>
              <a:sym typeface="Lato Light"/>
            </a:endParaRPr>
          </a:p>
        </p:txBody>
      </p:sp>
      <p:sp>
        <p:nvSpPr>
          <p:cNvPr id="328" name="Google Shape;328;p51"/>
          <p:cNvSpPr txBox="1"/>
          <p:nvPr/>
        </p:nvSpPr>
        <p:spPr>
          <a:xfrm>
            <a:off x="8024852" y="2636679"/>
            <a:ext cx="724500" cy="3336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b="1" lang="es" sz="1200">
                <a:solidFill>
                  <a:schemeClr val="accent5"/>
                </a:solidFill>
                <a:latin typeface="Source Serif 4"/>
                <a:ea typeface="Source Serif 4"/>
                <a:cs typeface="Source Serif 4"/>
                <a:sym typeface="Source Serif 4"/>
              </a:rPr>
              <a:t>+</a:t>
            </a:r>
            <a:r>
              <a:rPr b="1" lang="es" sz="1200">
                <a:solidFill>
                  <a:schemeClr val="accent5"/>
                </a:solidFill>
                <a:latin typeface="Source Serif 4"/>
                <a:ea typeface="Source Serif 4"/>
                <a:cs typeface="Source Serif 4"/>
                <a:sym typeface="Source Serif 4"/>
              </a:rPr>
              <a:t>18</a:t>
            </a:r>
            <a:r>
              <a:rPr b="1" lang="es" sz="1200">
                <a:solidFill>
                  <a:schemeClr val="accent5"/>
                </a:solidFill>
                <a:latin typeface="Source Serif 4"/>
                <a:ea typeface="Source Serif 4"/>
                <a:cs typeface="Source Serif 4"/>
                <a:sym typeface="Source Serif 4"/>
              </a:rPr>
              <a:t>%</a:t>
            </a:r>
            <a:endParaRPr b="1" sz="1200">
              <a:solidFill>
                <a:schemeClr val="accent5"/>
              </a:solidFill>
              <a:latin typeface="Source Serif 4"/>
              <a:ea typeface="Source Serif 4"/>
              <a:cs typeface="Source Serif 4"/>
              <a:sym typeface="Source Serif 4"/>
            </a:endParaRPr>
          </a:p>
        </p:txBody>
      </p:sp>
      <p:cxnSp>
        <p:nvCxnSpPr>
          <p:cNvPr id="329" name="Google Shape;329;p51"/>
          <p:cNvCxnSpPr/>
          <p:nvPr/>
        </p:nvCxnSpPr>
        <p:spPr>
          <a:xfrm>
            <a:off x="3159925" y="1007652"/>
            <a:ext cx="2823900" cy="0"/>
          </a:xfrm>
          <a:prstGeom prst="straightConnector1">
            <a:avLst/>
          </a:prstGeom>
          <a:noFill/>
          <a:ln cap="flat" cmpd="sng" w="19050">
            <a:solidFill>
              <a:srgbClr val="04137B"/>
            </a:solidFill>
            <a:prstDash val="solid"/>
            <a:round/>
            <a:headEnd len="med" w="med" type="none"/>
            <a:tailEnd len="med" w="med" type="none"/>
          </a:ln>
        </p:spPr>
      </p:cxnSp>
      <p:sp>
        <p:nvSpPr>
          <p:cNvPr id="330" name="Google Shape;330;p51"/>
          <p:cNvSpPr/>
          <p:nvPr/>
        </p:nvSpPr>
        <p:spPr>
          <a:xfrm>
            <a:off x="343700" y="1339575"/>
            <a:ext cx="3022200" cy="590100"/>
          </a:xfrm>
          <a:prstGeom prst="roundRect">
            <a:avLst>
              <a:gd fmla="val 18197" name="adj"/>
            </a:avLst>
          </a:prstGeom>
          <a:solidFill>
            <a:srgbClr val="FDB7B7">
              <a:alpha val="27669"/>
            </a:srgbClr>
          </a:solidFill>
          <a:ln>
            <a:noFill/>
          </a:ln>
        </p:spPr>
        <p:txBody>
          <a:bodyPr anchorCtr="0" anchor="t" bIns="180000" lIns="108000" spcFirstLastPara="1" rIns="108000" wrap="square" tIns="72000">
            <a:noAutofit/>
          </a:bodyPr>
          <a:lstStyle/>
          <a:p>
            <a:pPr indent="0" lvl="0" marL="0" rtl="0" algn="l">
              <a:lnSpc>
                <a:spcPct val="115000"/>
              </a:lnSpc>
              <a:spcBef>
                <a:spcPts val="0"/>
              </a:spcBef>
              <a:spcAft>
                <a:spcPts val="250"/>
              </a:spcAft>
              <a:buNone/>
            </a:pPr>
            <a:r>
              <a:t/>
            </a:r>
            <a:endParaRPr b="1" sz="1200">
              <a:solidFill>
                <a:srgbClr val="001391"/>
              </a:solidFill>
              <a:latin typeface="Lato"/>
              <a:ea typeface="Lato"/>
              <a:cs typeface="Lato"/>
              <a:sym typeface="Lato"/>
            </a:endParaRPr>
          </a:p>
        </p:txBody>
      </p:sp>
      <p:sp>
        <p:nvSpPr>
          <p:cNvPr id="331" name="Google Shape;331;p51"/>
          <p:cNvSpPr/>
          <p:nvPr/>
        </p:nvSpPr>
        <p:spPr>
          <a:xfrm>
            <a:off x="3650226" y="1339575"/>
            <a:ext cx="3022200" cy="590100"/>
          </a:xfrm>
          <a:prstGeom prst="roundRect">
            <a:avLst>
              <a:gd fmla="val 18197" name="adj"/>
            </a:avLst>
          </a:prstGeom>
          <a:solidFill>
            <a:srgbClr val="F9E876">
              <a:alpha val="45570"/>
            </a:srgbClr>
          </a:solidFill>
          <a:ln>
            <a:noFill/>
          </a:ln>
        </p:spPr>
        <p:txBody>
          <a:bodyPr anchorCtr="0" anchor="t" bIns="180000" lIns="108000" spcFirstLastPara="1" rIns="108000" wrap="square" tIns="72000">
            <a:noAutofit/>
          </a:bodyPr>
          <a:lstStyle/>
          <a:p>
            <a:pPr indent="0" lvl="0" marL="0" rtl="0" algn="l">
              <a:lnSpc>
                <a:spcPct val="115000"/>
              </a:lnSpc>
              <a:spcBef>
                <a:spcPts val="0"/>
              </a:spcBef>
              <a:spcAft>
                <a:spcPts val="250"/>
              </a:spcAft>
              <a:buNone/>
            </a:pPr>
            <a:r>
              <a:t/>
            </a:r>
            <a:endParaRPr b="1" sz="1200">
              <a:solidFill>
                <a:srgbClr val="001391"/>
              </a:solidFill>
              <a:latin typeface="Lato"/>
              <a:ea typeface="Lato"/>
              <a:cs typeface="Lato"/>
              <a:sym typeface="Lato"/>
            </a:endParaRPr>
          </a:p>
        </p:txBody>
      </p:sp>
      <p:sp>
        <p:nvSpPr>
          <p:cNvPr id="332" name="Google Shape;332;p51"/>
          <p:cNvSpPr txBox="1"/>
          <p:nvPr/>
        </p:nvSpPr>
        <p:spPr>
          <a:xfrm>
            <a:off x="496700" y="1412765"/>
            <a:ext cx="2701200" cy="443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3500">
                <a:solidFill>
                  <a:srgbClr val="04138B"/>
                </a:solidFill>
                <a:latin typeface="Lato"/>
                <a:ea typeface="Lato"/>
                <a:cs typeface="Lato"/>
                <a:sym typeface="Lato"/>
              </a:rPr>
              <a:t>5</a:t>
            </a:r>
            <a:r>
              <a:rPr b="1" lang="es" sz="2600">
                <a:solidFill>
                  <a:srgbClr val="04138B"/>
                </a:solidFill>
                <a:latin typeface="Lato"/>
                <a:ea typeface="Lato"/>
                <a:cs typeface="Lato"/>
                <a:sym typeface="Lato"/>
              </a:rPr>
              <a:t> </a:t>
            </a:r>
            <a:r>
              <a:rPr b="1" lang="es" sz="1300">
                <a:solidFill>
                  <a:srgbClr val="04138B"/>
                </a:solidFill>
                <a:latin typeface="Lato"/>
                <a:ea typeface="Lato"/>
                <a:cs typeface="Lato"/>
                <a:sym typeface="Lato"/>
              </a:rPr>
              <a:t>INCIDENCIAS MAESTRAS</a:t>
            </a:r>
            <a:endParaRPr b="1" sz="1300">
              <a:solidFill>
                <a:srgbClr val="04138B"/>
              </a:solidFill>
              <a:latin typeface="Lato"/>
              <a:ea typeface="Lato"/>
              <a:cs typeface="Lato"/>
              <a:sym typeface="Lato"/>
            </a:endParaRPr>
          </a:p>
        </p:txBody>
      </p:sp>
      <p:sp>
        <p:nvSpPr>
          <p:cNvPr id="333" name="Google Shape;333;p51"/>
          <p:cNvSpPr txBox="1"/>
          <p:nvPr/>
        </p:nvSpPr>
        <p:spPr>
          <a:xfrm>
            <a:off x="3801175" y="1412765"/>
            <a:ext cx="2701200" cy="443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3500">
                <a:solidFill>
                  <a:srgbClr val="04138B"/>
                </a:solidFill>
                <a:latin typeface="Lato"/>
                <a:ea typeface="Lato"/>
                <a:cs typeface="Lato"/>
                <a:sym typeface="Lato"/>
              </a:rPr>
              <a:t>25</a:t>
            </a:r>
            <a:r>
              <a:rPr b="1" lang="es" sz="3500">
                <a:solidFill>
                  <a:srgbClr val="04138B"/>
                </a:solidFill>
                <a:latin typeface="Lato"/>
                <a:ea typeface="Lato"/>
                <a:cs typeface="Lato"/>
                <a:sym typeface="Lato"/>
              </a:rPr>
              <a:t> </a:t>
            </a:r>
            <a:r>
              <a:rPr b="1" lang="es" sz="1300">
                <a:solidFill>
                  <a:srgbClr val="04138B"/>
                </a:solidFill>
                <a:latin typeface="Lato"/>
                <a:ea typeface="Lato"/>
                <a:cs typeface="Lato"/>
                <a:sym typeface="Lato"/>
              </a:rPr>
              <a:t>OTRAS INCIDENCIAS </a:t>
            </a:r>
            <a:endParaRPr b="1" sz="1300">
              <a:solidFill>
                <a:srgbClr val="04138B"/>
              </a:solidFill>
              <a:latin typeface="Lato"/>
              <a:ea typeface="Lato"/>
              <a:cs typeface="Lato"/>
              <a:sym typeface="Lato"/>
            </a:endParaRPr>
          </a:p>
        </p:txBody>
      </p:sp>
      <p:sp>
        <p:nvSpPr>
          <p:cNvPr id="334" name="Google Shape;334;p51"/>
          <p:cNvSpPr txBox="1"/>
          <p:nvPr/>
        </p:nvSpPr>
        <p:spPr>
          <a:xfrm>
            <a:off x="6952650" y="1074675"/>
            <a:ext cx="1847400" cy="855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1300">
                <a:solidFill>
                  <a:srgbClr val="04138B"/>
                </a:solidFill>
                <a:latin typeface="Lato"/>
                <a:ea typeface="Lato"/>
                <a:cs typeface="Lato"/>
                <a:sym typeface="Lato"/>
              </a:rPr>
              <a:t>T</a:t>
            </a:r>
            <a:r>
              <a:rPr b="1" lang="es" sz="1300">
                <a:solidFill>
                  <a:srgbClr val="04138B"/>
                </a:solidFill>
                <a:latin typeface="Lato"/>
                <a:ea typeface="Lato"/>
                <a:cs typeface="Lato"/>
                <a:sym typeface="Lato"/>
              </a:rPr>
              <a:t>OTAL INCIDENCIAS ABIERTAS: </a:t>
            </a:r>
            <a:endParaRPr b="1" sz="1300">
              <a:solidFill>
                <a:srgbClr val="04138B"/>
              </a:solidFill>
              <a:latin typeface="Lato"/>
              <a:ea typeface="Lato"/>
              <a:cs typeface="Lato"/>
              <a:sym typeface="Lato"/>
            </a:endParaRPr>
          </a:p>
          <a:p>
            <a:pPr indent="0" lvl="0" marL="0" rtl="0" algn="l">
              <a:lnSpc>
                <a:spcPct val="90000"/>
              </a:lnSpc>
              <a:spcBef>
                <a:spcPts val="0"/>
              </a:spcBef>
              <a:spcAft>
                <a:spcPts val="0"/>
              </a:spcAft>
              <a:buClr>
                <a:srgbClr val="080E43"/>
              </a:buClr>
              <a:buSzPts val="1100"/>
              <a:buFont typeface="Arial"/>
              <a:buNone/>
            </a:pPr>
            <a:r>
              <a:rPr b="1" lang="es" sz="3500">
                <a:solidFill>
                  <a:srgbClr val="04138B"/>
                </a:solidFill>
                <a:latin typeface="Lato"/>
                <a:ea typeface="Lato"/>
                <a:cs typeface="Lato"/>
                <a:sym typeface="Lato"/>
              </a:rPr>
              <a:t>30</a:t>
            </a:r>
            <a:endParaRPr b="1" sz="3500">
              <a:solidFill>
                <a:srgbClr val="04138B"/>
              </a:solidFill>
              <a:latin typeface="Lato"/>
              <a:ea typeface="Lato"/>
              <a:cs typeface="Lato"/>
              <a:sym typeface="Lato"/>
            </a:endParaRPr>
          </a:p>
          <a:p>
            <a:pPr indent="0" lvl="0" marL="0" rtl="0" algn="l">
              <a:lnSpc>
                <a:spcPct val="90000"/>
              </a:lnSpc>
              <a:spcBef>
                <a:spcPts val="0"/>
              </a:spcBef>
              <a:spcAft>
                <a:spcPts val="0"/>
              </a:spcAft>
              <a:buClr>
                <a:srgbClr val="080E43"/>
              </a:buClr>
              <a:buSzPts val="1100"/>
              <a:buFont typeface="Arial"/>
              <a:buNone/>
            </a:pPr>
            <a:r>
              <a:t/>
            </a:r>
            <a:endParaRPr b="1" sz="1300">
              <a:solidFill>
                <a:srgbClr val="04138B"/>
              </a:solidFill>
              <a:latin typeface="Lato"/>
              <a:ea typeface="Lato"/>
              <a:cs typeface="Lato"/>
              <a:sym typeface="Lato"/>
            </a:endParaRPr>
          </a:p>
        </p:txBody>
      </p:sp>
      <p:pic>
        <p:nvPicPr>
          <p:cNvPr id="335" name="Google Shape;335;p51" title="info-glass-XXL.png">
            <a:hlinkClick action="ppaction://hlinksldjump" r:id="rId3"/>
          </p:cNvPr>
          <p:cNvPicPr preferRelativeResize="0"/>
          <p:nvPr/>
        </p:nvPicPr>
        <p:blipFill>
          <a:blip r:embed="rId4">
            <a:alphaModFix/>
          </a:blip>
          <a:stretch>
            <a:fillRect/>
          </a:stretch>
        </p:blipFill>
        <p:spPr>
          <a:xfrm>
            <a:off x="2158774" y="1370673"/>
            <a:ext cx="170900" cy="163325"/>
          </a:xfrm>
          <a:prstGeom prst="rect">
            <a:avLst/>
          </a:prstGeom>
          <a:noFill/>
          <a:ln>
            <a:noFill/>
          </a:ln>
        </p:spPr>
      </p:pic>
      <p:sp>
        <p:nvSpPr>
          <p:cNvPr id="336" name="Google Shape;336;p51">
            <a:hlinkClick action="ppaction://hlinksldjump" r:id="rId5"/>
          </p:cNvPr>
          <p:cNvSpPr txBox="1"/>
          <p:nvPr/>
        </p:nvSpPr>
        <p:spPr>
          <a:xfrm>
            <a:off x="2367423" y="1411975"/>
            <a:ext cx="926100" cy="115500"/>
          </a:xfrm>
          <a:prstGeom prst="rect">
            <a:avLst/>
          </a:prstGeom>
          <a:noFill/>
          <a:ln>
            <a:noFill/>
          </a:ln>
        </p:spPr>
        <p:txBody>
          <a:bodyPr anchorCtr="0" anchor="t" bIns="0" lIns="0" spcFirstLastPara="1" rIns="0" wrap="square" tIns="0">
            <a:spAutoFit/>
          </a:bodyPr>
          <a:lstStyle/>
          <a:p>
            <a:pPr indent="0" lvl="0" marL="0" rtl="0" algn="l">
              <a:lnSpc>
                <a:spcPct val="75000"/>
              </a:lnSpc>
              <a:spcBef>
                <a:spcPts val="0"/>
              </a:spcBef>
              <a:spcAft>
                <a:spcPts val="0"/>
              </a:spcAft>
              <a:buNone/>
            </a:pPr>
            <a:r>
              <a:rPr b="1" lang="es" sz="1000">
                <a:solidFill>
                  <a:schemeClr val="hlink"/>
                </a:solidFill>
                <a:uFill>
                  <a:noFill/>
                </a:uFill>
                <a:latin typeface="Source Serif 4"/>
                <a:ea typeface="Source Serif 4"/>
                <a:cs typeface="Source Serif 4"/>
                <a:sym typeface="Source Serif 4"/>
                <a:hlinkClick action="ppaction://hlinksldjump" r:id="rId6"/>
              </a:rPr>
              <a:t>Ver detalle</a:t>
            </a:r>
            <a:endParaRPr sz="1000">
              <a:solidFill>
                <a:srgbClr val="001391"/>
              </a:solidFill>
            </a:endParaRPr>
          </a:p>
        </p:txBody>
      </p:sp>
      <p:sp>
        <p:nvSpPr>
          <p:cNvPr id="337" name="Google Shape;337;p51"/>
          <p:cNvSpPr txBox="1"/>
          <p:nvPr/>
        </p:nvSpPr>
        <p:spPr>
          <a:xfrm>
            <a:off x="4868350" y="4031451"/>
            <a:ext cx="3550800" cy="689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lang="es" sz="1300">
                <a:solidFill>
                  <a:srgbClr val="04138B"/>
                </a:solidFill>
                <a:latin typeface="Lato Light"/>
                <a:ea typeface="Lato Light"/>
                <a:cs typeface="Lato Light"/>
                <a:sym typeface="Lato Light"/>
              </a:rPr>
              <a:t>E</a:t>
            </a:r>
            <a:r>
              <a:rPr lang="es" sz="1300">
                <a:solidFill>
                  <a:srgbClr val="04138B"/>
                </a:solidFill>
                <a:latin typeface="Lato Light"/>
                <a:ea typeface="Lato Light"/>
                <a:cs typeface="Lato Light"/>
                <a:sym typeface="Lato Light"/>
              </a:rPr>
              <a:t>L TIEMPO MEDIO DE RESOLUCIÓN DE INCIDENCIAS ES DE:</a:t>
            </a:r>
            <a:endParaRPr sz="1300">
              <a:solidFill>
                <a:srgbClr val="04138B"/>
              </a:solidFill>
              <a:latin typeface="Lato Light"/>
              <a:ea typeface="Lato Light"/>
              <a:cs typeface="Lato Light"/>
              <a:sym typeface="Lato Light"/>
            </a:endParaRPr>
          </a:p>
        </p:txBody>
      </p:sp>
      <p:cxnSp>
        <p:nvCxnSpPr>
          <p:cNvPr id="338" name="Google Shape;338;p51"/>
          <p:cNvCxnSpPr/>
          <p:nvPr/>
        </p:nvCxnSpPr>
        <p:spPr>
          <a:xfrm>
            <a:off x="5663750" y="3901023"/>
            <a:ext cx="2173500" cy="0"/>
          </a:xfrm>
          <a:prstGeom prst="straightConnector1">
            <a:avLst/>
          </a:prstGeom>
          <a:noFill/>
          <a:ln cap="flat" cmpd="sng" w="19050">
            <a:solidFill>
              <a:srgbClr val="04137B"/>
            </a:solidFill>
            <a:prstDash val="solid"/>
            <a:round/>
            <a:headEnd len="med" w="med" type="none"/>
            <a:tailEnd len="med" w="med" type="none"/>
          </a:ln>
        </p:spPr>
      </p:cxnSp>
      <p:sp>
        <p:nvSpPr>
          <p:cNvPr id="339" name="Google Shape;339;p51"/>
          <p:cNvSpPr txBox="1"/>
          <p:nvPr/>
        </p:nvSpPr>
        <p:spPr>
          <a:xfrm>
            <a:off x="6610509" y="4289566"/>
            <a:ext cx="1484100" cy="49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3500">
                <a:solidFill>
                  <a:srgbClr val="04138B"/>
                </a:solidFill>
                <a:latin typeface="Lato"/>
                <a:ea typeface="Lato"/>
                <a:cs typeface="Lato"/>
                <a:sym typeface="Lato"/>
              </a:rPr>
              <a:t>4</a:t>
            </a:r>
            <a:r>
              <a:rPr b="1" lang="es" sz="3500">
                <a:solidFill>
                  <a:srgbClr val="04138B"/>
                </a:solidFill>
                <a:latin typeface="Lato"/>
                <a:ea typeface="Lato"/>
                <a:cs typeface="Lato"/>
                <a:sym typeface="Lato"/>
              </a:rPr>
              <a:t> DÍAS</a:t>
            </a:r>
            <a:endParaRPr b="1" sz="3500">
              <a:solidFill>
                <a:srgbClr val="04138B"/>
              </a:solidFill>
              <a:latin typeface="Lato"/>
              <a:ea typeface="Lato"/>
              <a:cs typeface="Lato"/>
              <a:sym typeface="Lato"/>
            </a:endParaRPr>
          </a:p>
          <a:p>
            <a:pPr indent="0" lvl="0" marL="0" rtl="0" algn="l">
              <a:lnSpc>
                <a:spcPct val="90000"/>
              </a:lnSpc>
              <a:spcBef>
                <a:spcPts val="0"/>
              </a:spcBef>
              <a:spcAft>
                <a:spcPts val="0"/>
              </a:spcAft>
              <a:buClr>
                <a:srgbClr val="080E43"/>
              </a:buClr>
              <a:buSzPts val="1100"/>
              <a:buFont typeface="Arial"/>
              <a:buNone/>
            </a:pPr>
            <a:r>
              <a:t/>
            </a:r>
            <a:endParaRPr sz="1300">
              <a:solidFill>
                <a:srgbClr val="04138B"/>
              </a:solidFill>
              <a:latin typeface="Lato Light"/>
              <a:ea typeface="Lato Light"/>
              <a:cs typeface="Lato Light"/>
              <a:sym typeface="Lato Light"/>
            </a:endParaRPr>
          </a:p>
        </p:txBody>
      </p:sp>
      <p:sp>
        <p:nvSpPr>
          <p:cNvPr id="340" name="Google Shape;340;p51"/>
          <p:cNvSpPr txBox="1"/>
          <p:nvPr/>
        </p:nvSpPr>
        <p:spPr>
          <a:xfrm>
            <a:off x="8024852" y="4183622"/>
            <a:ext cx="724500" cy="2298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b="1" lang="es" sz="1200">
                <a:solidFill>
                  <a:srgbClr val="DA6A6A"/>
                </a:solidFill>
                <a:latin typeface="Source Serif 4"/>
                <a:ea typeface="Source Serif 4"/>
                <a:cs typeface="Source Serif 4"/>
                <a:sym typeface="Source Serif 4"/>
              </a:rPr>
              <a:t>+1 día</a:t>
            </a:r>
            <a:endParaRPr b="1" sz="1200">
              <a:solidFill>
                <a:srgbClr val="DA6A6A"/>
              </a:solidFill>
              <a:latin typeface="Source Serif 4"/>
              <a:ea typeface="Source Serif 4"/>
              <a:cs typeface="Source Serif 4"/>
              <a:sym typeface="Source Serif 4"/>
            </a:endParaRPr>
          </a:p>
        </p:txBody>
      </p:sp>
      <p:cxnSp>
        <p:nvCxnSpPr>
          <p:cNvPr id="341" name="Google Shape;341;p51"/>
          <p:cNvCxnSpPr/>
          <p:nvPr/>
        </p:nvCxnSpPr>
        <p:spPr>
          <a:xfrm>
            <a:off x="5663750" y="2496665"/>
            <a:ext cx="2173500" cy="0"/>
          </a:xfrm>
          <a:prstGeom prst="straightConnector1">
            <a:avLst/>
          </a:prstGeom>
          <a:noFill/>
          <a:ln cap="flat" cmpd="sng" w="19050">
            <a:solidFill>
              <a:srgbClr val="04137B"/>
            </a:solidFill>
            <a:prstDash val="solid"/>
            <a:round/>
            <a:headEnd len="med" w="med" type="none"/>
            <a:tailEnd len="med" w="med" type="none"/>
          </a:ln>
        </p:spPr>
      </p:cxnSp>
      <p:cxnSp>
        <p:nvCxnSpPr>
          <p:cNvPr id="342" name="Google Shape;342;p51"/>
          <p:cNvCxnSpPr/>
          <p:nvPr/>
        </p:nvCxnSpPr>
        <p:spPr>
          <a:xfrm>
            <a:off x="1213600" y="2496665"/>
            <a:ext cx="2173500" cy="0"/>
          </a:xfrm>
          <a:prstGeom prst="straightConnector1">
            <a:avLst/>
          </a:prstGeom>
          <a:noFill/>
          <a:ln cap="flat" cmpd="sng" w="19050">
            <a:solidFill>
              <a:srgbClr val="04137B"/>
            </a:solidFill>
            <a:prstDash val="solid"/>
            <a:round/>
            <a:headEnd len="med" w="med" type="none"/>
            <a:tailEnd len="med" w="med" type="none"/>
          </a:ln>
        </p:spPr>
      </p:cxnSp>
      <p:cxnSp>
        <p:nvCxnSpPr>
          <p:cNvPr id="343" name="Google Shape;343;p51"/>
          <p:cNvCxnSpPr/>
          <p:nvPr/>
        </p:nvCxnSpPr>
        <p:spPr>
          <a:xfrm>
            <a:off x="1213600" y="3901023"/>
            <a:ext cx="2173500" cy="0"/>
          </a:xfrm>
          <a:prstGeom prst="straightConnector1">
            <a:avLst/>
          </a:prstGeom>
          <a:noFill/>
          <a:ln cap="flat" cmpd="sng" w="19050">
            <a:solidFill>
              <a:srgbClr val="04137B"/>
            </a:solidFill>
            <a:prstDash val="solid"/>
            <a:round/>
            <a:headEnd len="med" w="med" type="none"/>
            <a:tailEnd len="med" w="med" type="none"/>
          </a:ln>
        </p:spPr>
      </p:cxnSp>
      <p:sp>
        <p:nvSpPr>
          <p:cNvPr id="344" name="Google Shape;344;p51"/>
          <p:cNvSpPr txBox="1"/>
          <p:nvPr/>
        </p:nvSpPr>
        <p:spPr>
          <a:xfrm>
            <a:off x="631600" y="4031447"/>
            <a:ext cx="3337500" cy="49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3500">
                <a:solidFill>
                  <a:srgbClr val="04138B"/>
                </a:solidFill>
                <a:latin typeface="Lato"/>
                <a:ea typeface="Lato"/>
                <a:cs typeface="Lato"/>
                <a:sym typeface="Lato"/>
              </a:rPr>
              <a:t>22% </a:t>
            </a:r>
            <a:r>
              <a:rPr lang="es" sz="1300">
                <a:solidFill>
                  <a:srgbClr val="04138B"/>
                </a:solidFill>
                <a:latin typeface="Lato Light"/>
                <a:ea typeface="Lato Light"/>
                <a:cs typeface="Lato Light"/>
                <a:sym typeface="Lato Light"/>
              </a:rPr>
              <a:t>DE INCIDENCIAS MAESTRAS</a:t>
            </a:r>
            <a:endParaRPr sz="1300">
              <a:solidFill>
                <a:srgbClr val="04138B"/>
              </a:solidFill>
              <a:latin typeface="Lato Light"/>
              <a:ea typeface="Lato Light"/>
              <a:cs typeface="Lato Light"/>
              <a:sym typeface="Lato Light"/>
            </a:endParaRPr>
          </a:p>
          <a:p>
            <a:pPr indent="0" lvl="0" marL="0" rtl="0" algn="l">
              <a:lnSpc>
                <a:spcPct val="90000"/>
              </a:lnSpc>
              <a:spcBef>
                <a:spcPts val="0"/>
              </a:spcBef>
              <a:spcAft>
                <a:spcPts val="0"/>
              </a:spcAft>
              <a:buClr>
                <a:srgbClr val="080E43"/>
              </a:buClr>
              <a:buSzPts val="1100"/>
              <a:buFont typeface="Arial"/>
              <a:buNone/>
            </a:pPr>
            <a:r>
              <a:t/>
            </a:r>
            <a:endParaRPr sz="1300">
              <a:solidFill>
                <a:srgbClr val="04138B"/>
              </a:solidFill>
              <a:latin typeface="Lato Light"/>
              <a:ea typeface="Lato Light"/>
              <a:cs typeface="Lato Light"/>
              <a:sym typeface="Lato Light"/>
            </a:endParaRPr>
          </a:p>
          <a:p>
            <a:pPr indent="0" lvl="0" marL="0" rtl="0" algn="l">
              <a:lnSpc>
                <a:spcPct val="90000"/>
              </a:lnSpc>
              <a:spcBef>
                <a:spcPts val="0"/>
              </a:spcBef>
              <a:spcAft>
                <a:spcPts val="0"/>
              </a:spcAft>
              <a:buClr>
                <a:srgbClr val="080E43"/>
              </a:buClr>
              <a:buSzPts val="1100"/>
              <a:buFont typeface="Arial"/>
              <a:buNone/>
            </a:pPr>
            <a:r>
              <a:t/>
            </a:r>
            <a:endParaRPr b="1" sz="3500">
              <a:solidFill>
                <a:srgbClr val="04138B"/>
              </a:solidFill>
              <a:latin typeface="Lato"/>
              <a:ea typeface="Lato"/>
              <a:cs typeface="Lato"/>
              <a:sym typeface="Lato"/>
            </a:endParaRPr>
          </a:p>
          <a:p>
            <a:pPr indent="0" lvl="0" marL="0" rtl="0" algn="l">
              <a:lnSpc>
                <a:spcPct val="90000"/>
              </a:lnSpc>
              <a:spcBef>
                <a:spcPts val="0"/>
              </a:spcBef>
              <a:spcAft>
                <a:spcPts val="0"/>
              </a:spcAft>
              <a:buClr>
                <a:srgbClr val="080E43"/>
              </a:buClr>
              <a:buSzPts val="1100"/>
              <a:buFont typeface="Arial"/>
              <a:buNone/>
            </a:pPr>
            <a:r>
              <a:t/>
            </a:r>
            <a:endParaRPr sz="1300">
              <a:solidFill>
                <a:srgbClr val="04138B"/>
              </a:solidFill>
              <a:latin typeface="Lato Light"/>
              <a:ea typeface="Lato Light"/>
              <a:cs typeface="Lato Light"/>
              <a:sym typeface="Lato Light"/>
            </a:endParaRPr>
          </a:p>
        </p:txBody>
      </p:sp>
      <p:sp>
        <p:nvSpPr>
          <p:cNvPr id="345" name="Google Shape;345;p51"/>
          <p:cNvSpPr/>
          <p:nvPr/>
        </p:nvSpPr>
        <p:spPr>
          <a:xfrm>
            <a:off x="403300" y="4500097"/>
            <a:ext cx="3794100" cy="255300"/>
          </a:xfrm>
          <a:prstGeom prst="roundRect">
            <a:avLst>
              <a:gd fmla="val 19401" name="adj"/>
            </a:avLst>
          </a:prstGeom>
          <a:solidFill>
            <a:srgbClr val="DEEEFF"/>
          </a:solidFill>
          <a:ln>
            <a:noFill/>
          </a:ln>
        </p:spPr>
        <p:txBody>
          <a:bodyPr anchorCtr="0" anchor="ctr" bIns="18000" lIns="90000" spcFirstLastPara="1" rIns="90000" wrap="square" tIns="18000">
            <a:noAutofit/>
          </a:bodyPr>
          <a:lstStyle/>
          <a:p>
            <a:pPr indent="0" lvl="0" marL="0" rtl="0" algn="ctr">
              <a:lnSpc>
                <a:spcPct val="90000"/>
              </a:lnSpc>
              <a:spcBef>
                <a:spcPts val="0"/>
              </a:spcBef>
              <a:spcAft>
                <a:spcPts val="0"/>
              </a:spcAft>
              <a:buNone/>
            </a:pPr>
            <a:r>
              <a:rPr b="1" lang="es" sz="1200">
                <a:solidFill>
                  <a:srgbClr val="04138B"/>
                </a:solidFill>
                <a:latin typeface="Lato"/>
                <a:ea typeface="Lato"/>
                <a:cs typeface="Lato"/>
                <a:sym typeface="Lato"/>
              </a:rPr>
              <a:t>5  </a:t>
            </a:r>
            <a:r>
              <a:rPr lang="es" sz="1200">
                <a:solidFill>
                  <a:srgbClr val="04138B"/>
                </a:solidFill>
                <a:latin typeface="Lato Light"/>
                <a:ea typeface="Lato Light"/>
                <a:cs typeface="Lato Light"/>
                <a:sym typeface="Lato Light"/>
              </a:rPr>
              <a:t>DE LAS </a:t>
            </a:r>
            <a:r>
              <a:rPr b="1" lang="es" sz="1200">
                <a:solidFill>
                  <a:srgbClr val="04138B"/>
                </a:solidFill>
                <a:latin typeface="Lato"/>
                <a:ea typeface="Lato"/>
                <a:cs typeface="Lato"/>
                <a:sym typeface="Lato"/>
              </a:rPr>
              <a:t>30 </a:t>
            </a:r>
            <a:r>
              <a:rPr lang="es" sz="1200">
                <a:solidFill>
                  <a:srgbClr val="04138B"/>
                </a:solidFill>
                <a:latin typeface="Lato Light"/>
                <a:ea typeface="Lato Light"/>
                <a:cs typeface="Lato Light"/>
                <a:sym typeface="Lato Light"/>
              </a:rPr>
              <a:t>INCIDENCIAS ABIERTAS</a:t>
            </a:r>
            <a:endParaRPr sz="1200">
              <a:solidFill>
                <a:srgbClr val="001391"/>
              </a:solidFill>
              <a:latin typeface="Source Serif 4"/>
              <a:ea typeface="Source Serif 4"/>
              <a:cs typeface="Source Serif 4"/>
              <a:sym typeface="Source Serif 4"/>
            </a:endParaRPr>
          </a:p>
        </p:txBody>
      </p:sp>
      <p:sp>
        <p:nvSpPr>
          <p:cNvPr id="346" name="Google Shape;346;p51"/>
          <p:cNvSpPr/>
          <p:nvPr/>
        </p:nvSpPr>
        <p:spPr>
          <a:xfrm>
            <a:off x="7234575" y="166825"/>
            <a:ext cx="1583400" cy="4095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chemeClr val="dk1"/>
                </a:solidFill>
              </a:rPr>
              <a:t>OPCIÓN DE FORMATO Nº1</a:t>
            </a:r>
            <a:endParaRPr b="1" sz="1200">
              <a:solidFill>
                <a:schemeClr val="dk1"/>
              </a:solidFill>
            </a:endParaRPr>
          </a:p>
        </p:txBody>
      </p:sp>
      <p:sp>
        <p:nvSpPr>
          <p:cNvPr id="347" name="Google Shape;347;p51"/>
          <p:cNvSpPr txBox="1"/>
          <p:nvPr/>
        </p:nvSpPr>
        <p:spPr>
          <a:xfrm>
            <a:off x="241450" y="83550"/>
            <a:ext cx="6759300" cy="49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2200">
                <a:solidFill>
                  <a:srgbClr val="04138B"/>
                </a:solidFill>
                <a:latin typeface="Source Serif 4"/>
                <a:ea typeface="Source Serif 4"/>
                <a:cs typeface="Source Serif 4"/>
                <a:sym typeface="Source Serif 4"/>
              </a:rPr>
              <a:t>Seguimiento de incidencias - Resumen ejecutivo</a:t>
            </a:r>
            <a:endParaRPr b="1" sz="2200">
              <a:solidFill>
                <a:srgbClr val="04138B"/>
              </a:solidFill>
              <a:latin typeface="Source Serif 4"/>
              <a:ea typeface="Source Serif 4"/>
              <a:cs typeface="Source Serif 4"/>
              <a:sym typeface="Source Serif 4"/>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1" name="Shape 351"/>
        <p:cNvGrpSpPr/>
        <p:nvPr/>
      </p:nvGrpSpPr>
      <p:grpSpPr>
        <a:xfrm>
          <a:off x="0" y="0"/>
          <a:ext cx="0" cy="0"/>
          <a:chOff x="0" y="0"/>
          <a:chExt cx="0" cy="0"/>
        </a:xfrm>
      </p:grpSpPr>
      <p:sp>
        <p:nvSpPr>
          <p:cNvPr id="352" name="Google Shape;352;p52"/>
          <p:cNvSpPr/>
          <p:nvPr/>
        </p:nvSpPr>
        <p:spPr>
          <a:xfrm>
            <a:off x="241450" y="670350"/>
            <a:ext cx="8558700" cy="14052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300">
                <a:solidFill>
                  <a:srgbClr val="04137B"/>
                </a:solidFill>
                <a:latin typeface="Lato"/>
                <a:ea typeface="Lato"/>
                <a:cs typeface="Lato"/>
                <a:sym typeface="Lato"/>
              </a:rPr>
              <a:t>Incidencias abiertas por criticidad</a:t>
            </a:r>
            <a:endParaRPr b="1" sz="1200">
              <a:solidFill>
                <a:srgbClr val="001391"/>
              </a:solidFill>
              <a:latin typeface="Lato"/>
              <a:ea typeface="Lato"/>
              <a:cs typeface="Lato"/>
              <a:sym typeface="Lato"/>
            </a:endParaRPr>
          </a:p>
        </p:txBody>
      </p:sp>
      <p:sp>
        <p:nvSpPr>
          <p:cNvPr id="353" name="Google Shape;353;p52"/>
          <p:cNvSpPr/>
          <p:nvPr/>
        </p:nvSpPr>
        <p:spPr>
          <a:xfrm>
            <a:off x="6024900" y="1115165"/>
            <a:ext cx="2629800" cy="804000"/>
          </a:xfrm>
          <a:prstGeom prst="roundRect">
            <a:avLst>
              <a:gd fmla="val 18197" name="adj"/>
            </a:avLst>
          </a:prstGeom>
          <a:solidFill>
            <a:schemeClr val="dk1"/>
          </a:solidFill>
          <a:ln>
            <a:noFill/>
          </a:ln>
        </p:spPr>
        <p:txBody>
          <a:bodyPr anchorCtr="0" anchor="t" bIns="180000" lIns="108000" spcFirstLastPara="1" rIns="108000" wrap="square" tIns="72000">
            <a:noAutofit/>
          </a:bodyPr>
          <a:lstStyle/>
          <a:p>
            <a:pPr indent="0" lvl="0" marL="0" rtl="0" algn="l">
              <a:lnSpc>
                <a:spcPct val="115000"/>
              </a:lnSpc>
              <a:spcBef>
                <a:spcPts val="0"/>
              </a:spcBef>
              <a:spcAft>
                <a:spcPts val="250"/>
              </a:spcAft>
              <a:buNone/>
            </a:pPr>
            <a:r>
              <a:t/>
            </a:r>
            <a:endParaRPr b="1" sz="1200">
              <a:solidFill>
                <a:srgbClr val="001391"/>
              </a:solidFill>
              <a:latin typeface="Lato"/>
              <a:ea typeface="Lato"/>
              <a:cs typeface="Lato"/>
              <a:sym typeface="Lato"/>
            </a:endParaRPr>
          </a:p>
        </p:txBody>
      </p:sp>
      <p:sp>
        <p:nvSpPr>
          <p:cNvPr id="354" name="Google Shape;354;p52"/>
          <p:cNvSpPr txBox="1"/>
          <p:nvPr/>
        </p:nvSpPr>
        <p:spPr>
          <a:xfrm>
            <a:off x="6107700" y="1173665"/>
            <a:ext cx="2464200" cy="689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3500">
                <a:solidFill>
                  <a:schemeClr val="lt1"/>
                </a:solidFill>
                <a:latin typeface="Lato"/>
                <a:ea typeface="Lato"/>
                <a:cs typeface="Lato"/>
                <a:sym typeface="Lato"/>
              </a:rPr>
              <a:t>19</a:t>
            </a:r>
            <a:br>
              <a:rPr b="1" lang="es" sz="3500">
                <a:solidFill>
                  <a:schemeClr val="lt1"/>
                </a:solidFill>
                <a:latin typeface="Lato"/>
                <a:ea typeface="Lato"/>
                <a:cs typeface="Lato"/>
                <a:sym typeface="Lato"/>
              </a:rPr>
            </a:br>
            <a:r>
              <a:rPr b="1" lang="es" sz="1200">
                <a:solidFill>
                  <a:schemeClr val="lt1"/>
                </a:solidFill>
                <a:latin typeface="Lato"/>
                <a:ea typeface="Lato"/>
                <a:cs typeface="Lato"/>
                <a:sym typeface="Lato"/>
              </a:rPr>
              <a:t>INCIDENCIAS ABIERTAS EN TOTAL</a:t>
            </a:r>
            <a:endParaRPr b="1" sz="1200">
              <a:solidFill>
                <a:schemeClr val="lt1"/>
              </a:solidFill>
              <a:latin typeface="Lato"/>
              <a:ea typeface="Lato"/>
              <a:cs typeface="Lato"/>
              <a:sym typeface="Lato"/>
            </a:endParaRPr>
          </a:p>
          <a:p>
            <a:pPr indent="0" lvl="0" marL="0" rtl="0" algn="l">
              <a:lnSpc>
                <a:spcPct val="90000"/>
              </a:lnSpc>
              <a:spcBef>
                <a:spcPts val="0"/>
              </a:spcBef>
              <a:spcAft>
                <a:spcPts val="0"/>
              </a:spcAft>
              <a:buClr>
                <a:srgbClr val="080E43"/>
              </a:buClr>
              <a:buSzPts val="1100"/>
              <a:buFont typeface="Arial"/>
              <a:buNone/>
            </a:pPr>
            <a:r>
              <a:t/>
            </a:r>
            <a:endParaRPr b="1" sz="1200">
              <a:solidFill>
                <a:schemeClr val="lt1"/>
              </a:solidFill>
              <a:latin typeface="Lato"/>
              <a:ea typeface="Lato"/>
              <a:cs typeface="Lato"/>
              <a:sym typeface="Lato"/>
            </a:endParaRPr>
          </a:p>
        </p:txBody>
      </p:sp>
      <p:sp>
        <p:nvSpPr>
          <p:cNvPr id="355" name="Google Shape;355;p52"/>
          <p:cNvSpPr/>
          <p:nvPr/>
        </p:nvSpPr>
        <p:spPr>
          <a:xfrm>
            <a:off x="445950" y="1115265"/>
            <a:ext cx="2629800" cy="804000"/>
          </a:xfrm>
          <a:prstGeom prst="roundRect">
            <a:avLst>
              <a:gd fmla="val 18197" name="adj"/>
            </a:avLst>
          </a:prstGeom>
          <a:solidFill>
            <a:srgbClr val="FDB7B7">
              <a:alpha val="27669"/>
            </a:srgbClr>
          </a:solidFill>
          <a:ln>
            <a:noFill/>
          </a:ln>
        </p:spPr>
        <p:txBody>
          <a:bodyPr anchorCtr="0" anchor="t" bIns="180000" lIns="108000" spcFirstLastPara="1" rIns="108000" wrap="square" tIns="72000">
            <a:noAutofit/>
          </a:bodyPr>
          <a:lstStyle/>
          <a:p>
            <a:pPr indent="0" lvl="0" marL="0" rtl="0" algn="l">
              <a:lnSpc>
                <a:spcPct val="115000"/>
              </a:lnSpc>
              <a:spcBef>
                <a:spcPts val="0"/>
              </a:spcBef>
              <a:spcAft>
                <a:spcPts val="250"/>
              </a:spcAft>
              <a:buNone/>
            </a:pPr>
            <a:r>
              <a:t/>
            </a:r>
            <a:endParaRPr b="1" sz="1200">
              <a:solidFill>
                <a:srgbClr val="001391"/>
              </a:solidFill>
              <a:latin typeface="Lato"/>
              <a:ea typeface="Lato"/>
              <a:cs typeface="Lato"/>
              <a:sym typeface="Lato"/>
            </a:endParaRPr>
          </a:p>
        </p:txBody>
      </p:sp>
      <p:sp>
        <p:nvSpPr>
          <p:cNvPr id="356" name="Google Shape;356;p52"/>
          <p:cNvSpPr/>
          <p:nvPr/>
        </p:nvSpPr>
        <p:spPr>
          <a:xfrm>
            <a:off x="3235425" y="1115265"/>
            <a:ext cx="2629800" cy="804000"/>
          </a:xfrm>
          <a:prstGeom prst="roundRect">
            <a:avLst>
              <a:gd fmla="val 18197" name="adj"/>
            </a:avLst>
          </a:prstGeom>
          <a:solidFill>
            <a:srgbClr val="F9E876">
              <a:alpha val="45570"/>
            </a:srgbClr>
          </a:solidFill>
          <a:ln>
            <a:noFill/>
          </a:ln>
        </p:spPr>
        <p:txBody>
          <a:bodyPr anchorCtr="0" anchor="t" bIns="180000" lIns="108000" spcFirstLastPara="1" rIns="108000" wrap="square" tIns="72000">
            <a:noAutofit/>
          </a:bodyPr>
          <a:lstStyle/>
          <a:p>
            <a:pPr indent="0" lvl="0" marL="0" rtl="0" algn="l">
              <a:lnSpc>
                <a:spcPct val="115000"/>
              </a:lnSpc>
              <a:spcBef>
                <a:spcPts val="0"/>
              </a:spcBef>
              <a:spcAft>
                <a:spcPts val="250"/>
              </a:spcAft>
              <a:buNone/>
            </a:pPr>
            <a:r>
              <a:t/>
            </a:r>
            <a:endParaRPr b="1" sz="1200">
              <a:solidFill>
                <a:srgbClr val="001391"/>
              </a:solidFill>
              <a:latin typeface="Lato"/>
              <a:ea typeface="Lato"/>
              <a:cs typeface="Lato"/>
              <a:sym typeface="Lato"/>
            </a:endParaRPr>
          </a:p>
        </p:txBody>
      </p:sp>
      <p:sp>
        <p:nvSpPr>
          <p:cNvPr id="357" name="Google Shape;357;p52"/>
          <p:cNvSpPr txBox="1"/>
          <p:nvPr/>
        </p:nvSpPr>
        <p:spPr>
          <a:xfrm>
            <a:off x="603000" y="1173665"/>
            <a:ext cx="2010900" cy="689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3500">
                <a:solidFill>
                  <a:srgbClr val="04138B"/>
                </a:solidFill>
                <a:latin typeface="Lato"/>
                <a:ea typeface="Lato"/>
                <a:cs typeface="Lato"/>
                <a:sym typeface="Lato"/>
              </a:rPr>
              <a:t>2</a:t>
            </a:r>
            <a:r>
              <a:rPr b="1" lang="es" sz="2600">
                <a:solidFill>
                  <a:srgbClr val="04138B"/>
                </a:solidFill>
                <a:latin typeface="Lato"/>
                <a:ea typeface="Lato"/>
                <a:cs typeface="Lato"/>
                <a:sym typeface="Lato"/>
              </a:rPr>
              <a:t> </a:t>
            </a:r>
            <a:br>
              <a:rPr b="1" lang="es" sz="2600">
                <a:solidFill>
                  <a:srgbClr val="04138B"/>
                </a:solidFill>
                <a:latin typeface="Lato"/>
                <a:ea typeface="Lato"/>
                <a:cs typeface="Lato"/>
                <a:sym typeface="Lato"/>
              </a:rPr>
            </a:br>
            <a:r>
              <a:rPr b="1" lang="es" sz="1200">
                <a:solidFill>
                  <a:srgbClr val="04138B"/>
                </a:solidFill>
                <a:latin typeface="Lato"/>
                <a:ea typeface="Lato"/>
                <a:cs typeface="Lato"/>
                <a:sym typeface="Lato"/>
              </a:rPr>
              <a:t>INCIDENCIAS MAESTRAS</a:t>
            </a:r>
            <a:endParaRPr b="1" sz="1200">
              <a:solidFill>
                <a:srgbClr val="04138B"/>
              </a:solidFill>
              <a:latin typeface="Lato"/>
              <a:ea typeface="Lato"/>
              <a:cs typeface="Lato"/>
              <a:sym typeface="Lato"/>
            </a:endParaRPr>
          </a:p>
        </p:txBody>
      </p:sp>
      <p:sp>
        <p:nvSpPr>
          <p:cNvPr id="358" name="Google Shape;358;p52"/>
          <p:cNvSpPr txBox="1"/>
          <p:nvPr/>
        </p:nvSpPr>
        <p:spPr>
          <a:xfrm>
            <a:off x="3375575" y="1173675"/>
            <a:ext cx="2240400" cy="689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3500">
                <a:solidFill>
                  <a:srgbClr val="04138B"/>
                </a:solidFill>
                <a:latin typeface="Lato"/>
                <a:ea typeface="Lato"/>
                <a:cs typeface="Lato"/>
                <a:sym typeface="Lato"/>
              </a:rPr>
              <a:t>10 </a:t>
            </a:r>
            <a:br>
              <a:rPr b="1" lang="es" sz="3500">
                <a:solidFill>
                  <a:srgbClr val="04138B"/>
                </a:solidFill>
                <a:latin typeface="Lato"/>
                <a:ea typeface="Lato"/>
                <a:cs typeface="Lato"/>
                <a:sym typeface="Lato"/>
              </a:rPr>
            </a:br>
            <a:r>
              <a:rPr b="1" lang="es" sz="1200">
                <a:solidFill>
                  <a:srgbClr val="04138B"/>
                </a:solidFill>
                <a:latin typeface="Lato"/>
                <a:ea typeface="Lato"/>
                <a:cs typeface="Lato"/>
                <a:sym typeface="Lato"/>
              </a:rPr>
              <a:t>OTRAS INCIDENCIAS</a:t>
            </a:r>
            <a:endParaRPr b="1" sz="1200">
              <a:solidFill>
                <a:srgbClr val="04138B"/>
              </a:solidFill>
              <a:latin typeface="Lato"/>
              <a:ea typeface="Lato"/>
              <a:cs typeface="Lato"/>
              <a:sym typeface="Lato"/>
            </a:endParaRPr>
          </a:p>
        </p:txBody>
      </p:sp>
      <p:sp>
        <p:nvSpPr>
          <p:cNvPr id="359" name="Google Shape;359;p52"/>
          <p:cNvSpPr txBox="1"/>
          <p:nvPr/>
        </p:nvSpPr>
        <p:spPr>
          <a:xfrm>
            <a:off x="241450" y="83550"/>
            <a:ext cx="6754800" cy="49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2200">
                <a:solidFill>
                  <a:srgbClr val="04138B"/>
                </a:solidFill>
                <a:latin typeface="Source Serif 4"/>
                <a:ea typeface="Source Serif 4"/>
                <a:cs typeface="Source Serif 4"/>
                <a:sym typeface="Source Serif 4"/>
              </a:rPr>
              <a:t>Seguimiento de incidencias - GEMA</a:t>
            </a:r>
            <a:endParaRPr b="1" sz="2200">
              <a:solidFill>
                <a:srgbClr val="04138B"/>
              </a:solidFill>
              <a:latin typeface="Source Serif 4"/>
              <a:ea typeface="Source Serif 4"/>
              <a:cs typeface="Source Serif 4"/>
              <a:sym typeface="Source Serif 4"/>
            </a:endParaRPr>
          </a:p>
        </p:txBody>
      </p:sp>
      <p:sp>
        <p:nvSpPr>
          <p:cNvPr id="360" name="Google Shape;360;p52"/>
          <p:cNvSpPr/>
          <p:nvPr/>
        </p:nvSpPr>
        <p:spPr>
          <a:xfrm>
            <a:off x="241450" y="2182350"/>
            <a:ext cx="4117800" cy="12276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200">
                <a:solidFill>
                  <a:srgbClr val="001391"/>
                </a:solidFill>
                <a:latin typeface="Lato"/>
                <a:ea typeface="Lato"/>
                <a:cs typeface="Lato"/>
                <a:sym typeface="Lato"/>
              </a:rPr>
              <a:t>Nuevas incidencias en GEMA</a:t>
            </a:r>
            <a:endParaRPr b="1" sz="1200">
              <a:solidFill>
                <a:srgbClr val="001391"/>
              </a:solidFill>
              <a:latin typeface="Lato"/>
              <a:ea typeface="Lato"/>
              <a:cs typeface="Lato"/>
              <a:sym typeface="Lato"/>
            </a:endParaRPr>
          </a:p>
        </p:txBody>
      </p:sp>
      <p:sp>
        <p:nvSpPr>
          <p:cNvPr id="361" name="Google Shape;361;p52"/>
          <p:cNvSpPr/>
          <p:nvPr/>
        </p:nvSpPr>
        <p:spPr>
          <a:xfrm>
            <a:off x="4691600" y="2182350"/>
            <a:ext cx="4117800" cy="12276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200">
                <a:solidFill>
                  <a:srgbClr val="001391"/>
                </a:solidFill>
                <a:latin typeface="Lato"/>
                <a:ea typeface="Lato"/>
                <a:cs typeface="Lato"/>
                <a:sym typeface="Lato"/>
              </a:rPr>
              <a:t>Incidencias cerradas</a:t>
            </a:r>
            <a:endParaRPr b="1" sz="1200">
              <a:solidFill>
                <a:srgbClr val="001391"/>
              </a:solidFill>
              <a:latin typeface="Lato"/>
              <a:ea typeface="Lato"/>
              <a:cs typeface="Lato"/>
              <a:sym typeface="Lato"/>
            </a:endParaRPr>
          </a:p>
        </p:txBody>
      </p:sp>
      <p:sp>
        <p:nvSpPr>
          <p:cNvPr id="362" name="Google Shape;362;p52"/>
          <p:cNvSpPr/>
          <p:nvPr/>
        </p:nvSpPr>
        <p:spPr>
          <a:xfrm>
            <a:off x="241450" y="3579900"/>
            <a:ext cx="4117800" cy="12276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200">
                <a:solidFill>
                  <a:srgbClr val="001391"/>
                </a:solidFill>
                <a:latin typeface="Lato"/>
                <a:ea typeface="Lato"/>
                <a:cs typeface="Lato"/>
                <a:sym typeface="Lato"/>
              </a:rPr>
              <a:t>Incidencias maestras en GEMA</a:t>
            </a:r>
            <a:endParaRPr b="1" sz="1200">
              <a:solidFill>
                <a:srgbClr val="001391"/>
              </a:solidFill>
              <a:latin typeface="Lato"/>
              <a:ea typeface="Lato"/>
              <a:cs typeface="Lato"/>
              <a:sym typeface="Lato"/>
            </a:endParaRPr>
          </a:p>
        </p:txBody>
      </p:sp>
      <p:sp>
        <p:nvSpPr>
          <p:cNvPr id="363" name="Google Shape;363;p52"/>
          <p:cNvSpPr/>
          <p:nvPr/>
        </p:nvSpPr>
        <p:spPr>
          <a:xfrm>
            <a:off x="4691600" y="3579899"/>
            <a:ext cx="4117800" cy="12276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200">
                <a:solidFill>
                  <a:srgbClr val="001391"/>
                </a:solidFill>
                <a:latin typeface="Lato"/>
                <a:ea typeface="Lato"/>
                <a:cs typeface="Lato"/>
                <a:sym typeface="Lato"/>
              </a:rPr>
              <a:t>Tiempo medio de resolución</a:t>
            </a:r>
            <a:endParaRPr b="1" sz="1200">
              <a:solidFill>
                <a:srgbClr val="001391"/>
              </a:solidFill>
              <a:latin typeface="Lato"/>
              <a:ea typeface="Lato"/>
              <a:cs typeface="Lato"/>
              <a:sym typeface="Lato"/>
            </a:endParaRPr>
          </a:p>
        </p:txBody>
      </p:sp>
      <p:sp>
        <p:nvSpPr>
          <p:cNvPr id="364" name="Google Shape;364;p52"/>
          <p:cNvSpPr txBox="1"/>
          <p:nvPr/>
        </p:nvSpPr>
        <p:spPr>
          <a:xfrm>
            <a:off x="1213600" y="2574400"/>
            <a:ext cx="2173500" cy="49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3500">
                <a:solidFill>
                  <a:srgbClr val="04138B"/>
                </a:solidFill>
                <a:latin typeface="Lato"/>
                <a:ea typeface="Lato"/>
                <a:cs typeface="Lato"/>
                <a:sym typeface="Lato"/>
              </a:rPr>
              <a:t>1</a:t>
            </a:r>
            <a:r>
              <a:rPr b="1" lang="es" sz="3000">
                <a:solidFill>
                  <a:srgbClr val="04138B"/>
                </a:solidFill>
                <a:latin typeface="Lato"/>
                <a:ea typeface="Lato"/>
                <a:cs typeface="Lato"/>
                <a:sym typeface="Lato"/>
              </a:rPr>
              <a:t> </a:t>
            </a:r>
            <a:r>
              <a:rPr lang="es" sz="1300">
                <a:solidFill>
                  <a:srgbClr val="04138B"/>
                </a:solidFill>
                <a:latin typeface="Lato Light"/>
                <a:ea typeface="Lato Light"/>
                <a:cs typeface="Lato Light"/>
                <a:sym typeface="Lato Light"/>
              </a:rPr>
              <a:t>NUEVA INCIDENCIA</a:t>
            </a:r>
            <a:endParaRPr sz="1300">
              <a:solidFill>
                <a:srgbClr val="04138B"/>
              </a:solidFill>
              <a:latin typeface="Lato Light"/>
              <a:ea typeface="Lato Light"/>
              <a:cs typeface="Lato Light"/>
              <a:sym typeface="Lato Light"/>
            </a:endParaRPr>
          </a:p>
        </p:txBody>
      </p:sp>
      <p:sp>
        <p:nvSpPr>
          <p:cNvPr id="365" name="Google Shape;365;p52"/>
          <p:cNvSpPr txBox="1"/>
          <p:nvPr/>
        </p:nvSpPr>
        <p:spPr>
          <a:xfrm>
            <a:off x="3375950" y="2636679"/>
            <a:ext cx="724500" cy="3336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b="1" lang="es" sz="1200">
                <a:solidFill>
                  <a:srgbClr val="DA6A6A"/>
                </a:solidFill>
                <a:latin typeface="Source Serif 4"/>
                <a:ea typeface="Source Serif 4"/>
                <a:cs typeface="Source Serif 4"/>
                <a:sym typeface="Source Serif 4"/>
              </a:rPr>
              <a:t>+</a:t>
            </a:r>
            <a:r>
              <a:rPr b="1" lang="es" sz="1200">
                <a:solidFill>
                  <a:srgbClr val="DA6A6A"/>
                </a:solidFill>
                <a:latin typeface="Source Serif 4"/>
                <a:ea typeface="Source Serif 4"/>
                <a:cs typeface="Source Serif 4"/>
                <a:sym typeface="Source Serif 4"/>
              </a:rPr>
              <a:t>8%</a:t>
            </a:r>
            <a:endParaRPr b="1" sz="1200">
              <a:solidFill>
                <a:srgbClr val="DA6A6A"/>
              </a:solidFill>
              <a:latin typeface="Source Serif 4"/>
              <a:ea typeface="Source Serif 4"/>
              <a:cs typeface="Source Serif 4"/>
              <a:sym typeface="Source Serif 4"/>
            </a:endParaRPr>
          </a:p>
        </p:txBody>
      </p:sp>
      <p:sp>
        <p:nvSpPr>
          <p:cNvPr id="366" name="Google Shape;366;p52"/>
          <p:cNvSpPr/>
          <p:nvPr/>
        </p:nvSpPr>
        <p:spPr>
          <a:xfrm>
            <a:off x="403300" y="3054047"/>
            <a:ext cx="3794100" cy="255300"/>
          </a:xfrm>
          <a:prstGeom prst="roundRect">
            <a:avLst>
              <a:gd fmla="val 19401" name="adj"/>
            </a:avLst>
          </a:prstGeom>
          <a:solidFill>
            <a:srgbClr val="DEEEFF"/>
          </a:solidFill>
          <a:ln>
            <a:noFill/>
          </a:ln>
        </p:spPr>
        <p:txBody>
          <a:bodyPr anchorCtr="0" anchor="ctr" bIns="18000" lIns="90000" spcFirstLastPara="1" rIns="90000" wrap="square" tIns="18000">
            <a:noAutofit/>
          </a:bodyPr>
          <a:lstStyle/>
          <a:p>
            <a:pPr indent="0" lvl="0" marL="0" rtl="0" algn="ctr">
              <a:lnSpc>
                <a:spcPct val="90000"/>
              </a:lnSpc>
              <a:spcBef>
                <a:spcPts val="0"/>
              </a:spcBef>
              <a:spcAft>
                <a:spcPts val="0"/>
              </a:spcAft>
              <a:buNone/>
            </a:pPr>
            <a:r>
              <a:rPr b="1" lang="es" sz="1200">
                <a:solidFill>
                  <a:srgbClr val="04138B"/>
                </a:solidFill>
                <a:latin typeface="Lato"/>
                <a:ea typeface="Lato"/>
                <a:cs typeface="Lato"/>
                <a:sym typeface="Lato"/>
              </a:rPr>
              <a:t>ANTES</a:t>
            </a:r>
            <a:r>
              <a:rPr lang="es" sz="1200">
                <a:solidFill>
                  <a:srgbClr val="04138B"/>
                </a:solidFill>
                <a:latin typeface="Lato Light"/>
                <a:ea typeface="Lato Light"/>
                <a:cs typeface="Lato Light"/>
                <a:sym typeface="Lato Light"/>
              </a:rPr>
              <a:t>: 1 	           </a:t>
            </a:r>
            <a:r>
              <a:rPr b="1" lang="es" sz="1200">
                <a:solidFill>
                  <a:srgbClr val="04138B"/>
                </a:solidFill>
                <a:latin typeface="Lato"/>
                <a:ea typeface="Lato"/>
                <a:cs typeface="Lato"/>
                <a:sym typeface="Lato"/>
              </a:rPr>
              <a:t>AHORA</a:t>
            </a:r>
            <a:r>
              <a:rPr lang="es" sz="1200">
                <a:solidFill>
                  <a:srgbClr val="04138B"/>
                </a:solidFill>
                <a:latin typeface="Lato Light"/>
                <a:ea typeface="Lato Light"/>
                <a:cs typeface="Lato Light"/>
                <a:sym typeface="Lato Light"/>
              </a:rPr>
              <a:t>: 2          </a:t>
            </a:r>
            <a:r>
              <a:rPr b="1" lang="es" sz="1200">
                <a:solidFill>
                  <a:srgbClr val="04138B"/>
                </a:solidFill>
                <a:latin typeface="Lato"/>
                <a:ea typeface="Lato"/>
                <a:cs typeface="Lato"/>
                <a:sym typeface="Lato"/>
              </a:rPr>
              <a:t>ACUMULADO</a:t>
            </a:r>
            <a:r>
              <a:rPr lang="es" sz="1200">
                <a:solidFill>
                  <a:srgbClr val="04138B"/>
                </a:solidFill>
                <a:latin typeface="Lato Light"/>
                <a:ea typeface="Lato Light"/>
                <a:cs typeface="Lato Light"/>
                <a:sym typeface="Lato Light"/>
              </a:rPr>
              <a:t>: 2</a:t>
            </a:r>
            <a:endParaRPr sz="1200">
              <a:solidFill>
                <a:srgbClr val="001391"/>
              </a:solidFill>
              <a:latin typeface="Source Serif 4 Black"/>
              <a:ea typeface="Source Serif 4 Black"/>
              <a:cs typeface="Source Serif 4 Black"/>
              <a:sym typeface="Source Serif 4 Black"/>
            </a:endParaRPr>
          </a:p>
        </p:txBody>
      </p:sp>
      <p:sp>
        <p:nvSpPr>
          <p:cNvPr id="367" name="Google Shape;367;p52"/>
          <p:cNvSpPr txBox="1"/>
          <p:nvPr/>
        </p:nvSpPr>
        <p:spPr>
          <a:xfrm>
            <a:off x="4868350" y="2574400"/>
            <a:ext cx="3550800" cy="6894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rgbClr val="080E43"/>
              </a:buClr>
              <a:buSzPts val="1100"/>
              <a:buFont typeface="Arial"/>
              <a:buNone/>
            </a:pPr>
            <a:r>
              <a:rPr b="1" lang="es" sz="3500">
                <a:solidFill>
                  <a:srgbClr val="04138B"/>
                </a:solidFill>
                <a:latin typeface="Lato"/>
                <a:ea typeface="Lato"/>
                <a:cs typeface="Lato"/>
                <a:sym typeface="Lato"/>
              </a:rPr>
              <a:t>2</a:t>
            </a:r>
            <a:r>
              <a:rPr b="1" lang="es" sz="3000">
                <a:solidFill>
                  <a:srgbClr val="04138B"/>
                </a:solidFill>
                <a:latin typeface="Lato"/>
                <a:ea typeface="Lato"/>
                <a:cs typeface="Lato"/>
                <a:sym typeface="Lato"/>
              </a:rPr>
              <a:t> </a:t>
            </a:r>
            <a:r>
              <a:rPr lang="es" sz="1300">
                <a:solidFill>
                  <a:srgbClr val="04138B"/>
                </a:solidFill>
                <a:latin typeface="Lato Light"/>
                <a:ea typeface="Lato Light"/>
                <a:cs typeface="Lato Light"/>
                <a:sym typeface="Lato Light"/>
              </a:rPr>
              <a:t>INCIDENCIAS CERRADAS </a:t>
            </a:r>
            <a:br>
              <a:rPr lang="es" sz="1300">
                <a:solidFill>
                  <a:srgbClr val="04138B"/>
                </a:solidFill>
                <a:latin typeface="Lato Light"/>
                <a:ea typeface="Lato Light"/>
                <a:cs typeface="Lato Light"/>
                <a:sym typeface="Lato Light"/>
              </a:rPr>
            </a:br>
            <a:r>
              <a:rPr lang="es" sz="1300">
                <a:solidFill>
                  <a:srgbClr val="04138B"/>
                </a:solidFill>
                <a:latin typeface="Lato Light"/>
                <a:ea typeface="Lato Light"/>
                <a:cs typeface="Lato Light"/>
                <a:sym typeface="Lato Light"/>
              </a:rPr>
              <a:t>ESTA QUINCENA</a:t>
            </a:r>
            <a:endParaRPr sz="1300">
              <a:solidFill>
                <a:srgbClr val="04138B"/>
              </a:solidFill>
              <a:latin typeface="Lato Light"/>
              <a:ea typeface="Lato Light"/>
              <a:cs typeface="Lato Light"/>
              <a:sym typeface="Lato Light"/>
            </a:endParaRPr>
          </a:p>
        </p:txBody>
      </p:sp>
      <p:sp>
        <p:nvSpPr>
          <p:cNvPr id="368" name="Google Shape;368;p52"/>
          <p:cNvSpPr txBox="1"/>
          <p:nvPr/>
        </p:nvSpPr>
        <p:spPr>
          <a:xfrm>
            <a:off x="8024852" y="2636679"/>
            <a:ext cx="724500" cy="3336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b="1" lang="es" sz="1200">
                <a:solidFill>
                  <a:schemeClr val="accent5"/>
                </a:solidFill>
                <a:latin typeface="Source Serif 4"/>
                <a:ea typeface="Source Serif 4"/>
                <a:cs typeface="Source Serif 4"/>
                <a:sym typeface="Source Serif 4"/>
              </a:rPr>
              <a:t>+</a:t>
            </a:r>
            <a:r>
              <a:rPr b="1" lang="es" sz="1200">
                <a:solidFill>
                  <a:schemeClr val="accent5"/>
                </a:solidFill>
                <a:latin typeface="Source Serif 4"/>
                <a:ea typeface="Source Serif 4"/>
                <a:cs typeface="Source Serif 4"/>
                <a:sym typeface="Source Serif 4"/>
              </a:rPr>
              <a:t>8%</a:t>
            </a:r>
            <a:endParaRPr b="1" sz="1200">
              <a:solidFill>
                <a:schemeClr val="accent5"/>
              </a:solidFill>
              <a:latin typeface="Source Serif 4"/>
              <a:ea typeface="Source Serif 4"/>
              <a:cs typeface="Source Serif 4"/>
              <a:sym typeface="Source Serif 4"/>
            </a:endParaRPr>
          </a:p>
        </p:txBody>
      </p:sp>
      <p:sp>
        <p:nvSpPr>
          <p:cNvPr id="369" name="Google Shape;369;p52"/>
          <p:cNvSpPr txBox="1"/>
          <p:nvPr/>
        </p:nvSpPr>
        <p:spPr>
          <a:xfrm>
            <a:off x="4868350" y="4031451"/>
            <a:ext cx="3550800" cy="689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lang="es" sz="1300">
                <a:solidFill>
                  <a:srgbClr val="04138B"/>
                </a:solidFill>
                <a:latin typeface="Lato Light"/>
                <a:ea typeface="Lato Light"/>
                <a:cs typeface="Lato Light"/>
                <a:sym typeface="Lato Light"/>
              </a:rPr>
              <a:t>EL TIEMPO MEDIO DE RESOLUCIÓN DE INCIDENCIAS ES DE:</a:t>
            </a:r>
            <a:endParaRPr sz="1300">
              <a:solidFill>
                <a:srgbClr val="04138B"/>
              </a:solidFill>
              <a:latin typeface="Lato Light"/>
              <a:ea typeface="Lato Light"/>
              <a:cs typeface="Lato Light"/>
              <a:sym typeface="Lato Light"/>
            </a:endParaRPr>
          </a:p>
        </p:txBody>
      </p:sp>
      <p:cxnSp>
        <p:nvCxnSpPr>
          <p:cNvPr id="370" name="Google Shape;370;p52"/>
          <p:cNvCxnSpPr/>
          <p:nvPr/>
        </p:nvCxnSpPr>
        <p:spPr>
          <a:xfrm>
            <a:off x="5663750" y="3901023"/>
            <a:ext cx="2173500" cy="0"/>
          </a:xfrm>
          <a:prstGeom prst="straightConnector1">
            <a:avLst/>
          </a:prstGeom>
          <a:noFill/>
          <a:ln cap="flat" cmpd="sng" w="19050">
            <a:solidFill>
              <a:srgbClr val="04137B"/>
            </a:solidFill>
            <a:prstDash val="solid"/>
            <a:round/>
            <a:headEnd len="med" w="med" type="none"/>
            <a:tailEnd len="med" w="med" type="none"/>
          </a:ln>
        </p:spPr>
      </p:cxnSp>
      <p:sp>
        <p:nvSpPr>
          <p:cNvPr id="371" name="Google Shape;371;p52"/>
          <p:cNvSpPr txBox="1"/>
          <p:nvPr/>
        </p:nvSpPr>
        <p:spPr>
          <a:xfrm>
            <a:off x="6610509" y="4289566"/>
            <a:ext cx="1484100" cy="49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3500">
                <a:solidFill>
                  <a:srgbClr val="04138B"/>
                </a:solidFill>
                <a:latin typeface="Lato"/>
                <a:ea typeface="Lato"/>
                <a:cs typeface="Lato"/>
                <a:sym typeface="Lato"/>
              </a:rPr>
              <a:t>2 DÍAS</a:t>
            </a:r>
            <a:endParaRPr b="1" sz="3500">
              <a:solidFill>
                <a:srgbClr val="04138B"/>
              </a:solidFill>
              <a:latin typeface="Lato"/>
              <a:ea typeface="Lato"/>
              <a:cs typeface="Lato"/>
              <a:sym typeface="Lato"/>
            </a:endParaRPr>
          </a:p>
          <a:p>
            <a:pPr indent="0" lvl="0" marL="0" rtl="0" algn="l">
              <a:lnSpc>
                <a:spcPct val="90000"/>
              </a:lnSpc>
              <a:spcBef>
                <a:spcPts val="0"/>
              </a:spcBef>
              <a:spcAft>
                <a:spcPts val="0"/>
              </a:spcAft>
              <a:buClr>
                <a:srgbClr val="080E43"/>
              </a:buClr>
              <a:buSzPts val="1100"/>
              <a:buFont typeface="Arial"/>
              <a:buNone/>
            </a:pPr>
            <a:r>
              <a:t/>
            </a:r>
            <a:endParaRPr sz="1300">
              <a:solidFill>
                <a:srgbClr val="04138B"/>
              </a:solidFill>
              <a:latin typeface="Lato Light"/>
              <a:ea typeface="Lato Light"/>
              <a:cs typeface="Lato Light"/>
              <a:sym typeface="Lato Light"/>
            </a:endParaRPr>
          </a:p>
        </p:txBody>
      </p:sp>
      <p:sp>
        <p:nvSpPr>
          <p:cNvPr id="372" name="Google Shape;372;p52"/>
          <p:cNvSpPr txBox="1"/>
          <p:nvPr/>
        </p:nvSpPr>
        <p:spPr>
          <a:xfrm>
            <a:off x="8024852" y="4183622"/>
            <a:ext cx="724500" cy="2298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b="1" lang="es" sz="1200">
                <a:solidFill>
                  <a:srgbClr val="DA6A6A"/>
                </a:solidFill>
                <a:latin typeface="Source Serif 4"/>
                <a:ea typeface="Source Serif 4"/>
                <a:cs typeface="Source Serif 4"/>
                <a:sym typeface="Source Serif 4"/>
              </a:rPr>
              <a:t>+1  día</a:t>
            </a:r>
            <a:endParaRPr b="1" sz="1200">
              <a:solidFill>
                <a:srgbClr val="DA6A6A"/>
              </a:solidFill>
              <a:latin typeface="Source Serif 4"/>
              <a:ea typeface="Source Serif 4"/>
              <a:cs typeface="Source Serif 4"/>
              <a:sym typeface="Source Serif 4"/>
            </a:endParaRPr>
          </a:p>
        </p:txBody>
      </p:sp>
      <p:cxnSp>
        <p:nvCxnSpPr>
          <p:cNvPr id="373" name="Google Shape;373;p52"/>
          <p:cNvCxnSpPr/>
          <p:nvPr/>
        </p:nvCxnSpPr>
        <p:spPr>
          <a:xfrm>
            <a:off x="5663750" y="2496665"/>
            <a:ext cx="2173500" cy="0"/>
          </a:xfrm>
          <a:prstGeom prst="straightConnector1">
            <a:avLst/>
          </a:prstGeom>
          <a:noFill/>
          <a:ln cap="flat" cmpd="sng" w="19050">
            <a:solidFill>
              <a:srgbClr val="04137B"/>
            </a:solidFill>
            <a:prstDash val="solid"/>
            <a:round/>
            <a:headEnd len="med" w="med" type="none"/>
            <a:tailEnd len="med" w="med" type="none"/>
          </a:ln>
        </p:spPr>
      </p:cxnSp>
      <p:cxnSp>
        <p:nvCxnSpPr>
          <p:cNvPr id="374" name="Google Shape;374;p52"/>
          <p:cNvCxnSpPr/>
          <p:nvPr/>
        </p:nvCxnSpPr>
        <p:spPr>
          <a:xfrm>
            <a:off x="1213600" y="2496665"/>
            <a:ext cx="2173500" cy="0"/>
          </a:xfrm>
          <a:prstGeom prst="straightConnector1">
            <a:avLst/>
          </a:prstGeom>
          <a:noFill/>
          <a:ln cap="flat" cmpd="sng" w="19050">
            <a:solidFill>
              <a:srgbClr val="04137B"/>
            </a:solidFill>
            <a:prstDash val="solid"/>
            <a:round/>
            <a:headEnd len="med" w="med" type="none"/>
            <a:tailEnd len="med" w="med" type="none"/>
          </a:ln>
        </p:spPr>
      </p:cxnSp>
      <p:cxnSp>
        <p:nvCxnSpPr>
          <p:cNvPr id="375" name="Google Shape;375;p52"/>
          <p:cNvCxnSpPr/>
          <p:nvPr/>
        </p:nvCxnSpPr>
        <p:spPr>
          <a:xfrm>
            <a:off x="1213600" y="3901023"/>
            <a:ext cx="2173500" cy="0"/>
          </a:xfrm>
          <a:prstGeom prst="straightConnector1">
            <a:avLst/>
          </a:prstGeom>
          <a:noFill/>
          <a:ln cap="flat" cmpd="sng" w="19050">
            <a:solidFill>
              <a:srgbClr val="04137B"/>
            </a:solidFill>
            <a:prstDash val="solid"/>
            <a:round/>
            <a:headEnd len="med" w="med" type="none"/>
            <a:tailEnd len="med" w="med" type="none"/>
          </a:ln>
        </p:spPr>
      </p:cxnSp>
      <p:sp>
        <p:nvSpPr>
          <p:cNvPr id="376" name="Google Shape;376;p52"/>
          <p:cNvSpPr txBox="1"/>
          <p:nvPr/>
        </p:nvSpPr>
        <p:spPr>
          <a:xfrm>
            <a:off x="631600" y="4031447"/>
            <a:ext cx="3337500" cy="49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3500">
                <a:solidFill>
                  <a:srgbClr val="04138B"/>
                </a:solidFill>
                <a:latin typeface="Lato"/>
                <a:ea typeface="Lato"/>
                <a:cs typeface="Lato"/>
                <a:sym typeface="Lato"/>
              </a:rPr>
              <a:t>22% </a:t>
            </a:r>
            <a:r>
              <a:rPr lang="es" sz="1300">
                <a:solidFill>
                  <a:srgbClr val="04138B"/>
                </a:solidFill>
                <a:latin typeface="Lato Light"/>
                <a:ea typeface="Lato Light"/>
                <a:cs typeface="Lato Light"/>
                <a:sym typeface="Lato Light"/>
              </a:rPr>
              <a:t>DE INCIDENCIAS MAESTRAS</a:t>
            </a:r>
            <a:endParaRPr sz="1300">
              <a:solidFill>
                <a:srgbClr val="04138B"/>
              </a:solidFill>
              <a:latin typeface="Lato Light"/>
              <a:ea typeface="Lato Light"/>
              <a:cs typeface="Lato Light"/>
              <a:sym typeface="Lato Light"/>
            </a:endParaRPr>
          </a:p>
          <a:p>
            <a:pPr indent="0" lvl="0" marL="0" rtl="0" algn="l">
              <a:lnSpc>
                <a:spcPct val="90000"/>
              </a:lnSpc>
              <a:spcBef>
                <a:spcPts val="0"/>
              </a:spcBef>
              <a:spcAft>
                <a:spcPts val="0"/>
              </a:spcAft>
              <a:buClr>
                <a:srgbClr val="080E43"/>
              </a:buClr>
              <a:buSzPts val="1100"/>
              <a:buFont typeface="Arial"/>
              <a:buNone/>
            </a:pPr>
            <a:r>
              <a:t/>
            </a:r>
            <a:endParaRPr sz="1300">
              <a:solidFill>
                <a:srgbClr val="04138B"/>
              </a:solidFill>
              <a:latin typeface="Lato Light"/>
              <a:ea typeface="Lato Light"/>
              <a:cs typeface="Lato Light"/>
              <a:sym typeface="Lato Light"/>
            </a:endParaRPr>
          </a:p>
          <a:p>
            <a:pPr indent="0" lvl="0" marL="0" rtl="0" algn="l">
              <a:lnSpc>
                <a:spcPct val="90000"/>
              </a:lnSpc>
              <a:spcBef>
                <a:spcPts val="0"/>
              </a:spcBef>
              <a:spcAft>
                <a:spcPts val="0"/>
              </a:spcAft>
              <a:buClr>
                <a:srgbClr val="080E43"/>
              </a:buClr>
              <a:buSzPts val="1100"/>
              <a:buFont typeface="Arial"/>
              <a:buNone/>
            </a:pPr>
            <a:r>
              <a:t/>
            </a:r>
            <a:endParaRPr b="1" sz="3500">
              <a:solidFill>
                <a:srgbClr val="04138B"/>
              </a:solidFill>
              <a:latin typeface="Lato"/>
              <a:ea typeface="Lato"/>
              <a:cs typeface="Lato"/>
              <a:sym typeface="Lato"/>
            </a:endParaRPr>
          </a:p>
          <a:p>
            <a:pPr indent="0" lvl="0" marL="0" rtl="0" algn="l">
              <a:lnSpc>
                <a:spcPct val="90000"/>
              </a:lnSpc>
              <a:spcBef>
                <a:spcPts val="0"/>
              </a:spcBef>
              <a:spcAft>
                <a:spcPts val="0"/>
              </a:spcAft>
              <a:buClr>
                <a:srgbClr val="080E43"/>
              </a:buClr>
              <a:buSzPts val="1100"/>
              <a:buFont typeface="Arial"/>
              <a:buNone/>
            </a:pPr>
            <a:r>
              <a:t/>
            </a:r>
            <a:endParaRPr sz="1300">
              <a:solidFill>
                <a:srgbClr val="04138B"/>
              </a:solidFill>
              <a:latin typeface="Lato Light"/>
              <a:ea typeface="Lato Light"/>
              <a:cs typeface="Lato Light"/>
              <a:sym typeface="Lato Light"/>
            </a:endParaRPr>
          </a:p>
        </p:txBody>
      </p:sp>
      <p:sp>
        <p:nvSpPr>
          <p:cNvPr id="377" name="Google Shape;377;p52"/>
          <p:cNvSpPr/>
          <p:nvPr/>
        </p:nvSpPr>
        <p:spPr>
          <a:xfrm>
            <a:off x="403300" y="4500097"/>
            <a:ext cx="3794100" cy="255300"/>
          </a:xfrm>
          <a:prstGeom prst="roundRect">
            <a:avLst>
              <a:gd fmla="val 19401" name="adj"/>
            </a:avLst>
          </a:prstGeom>
          <a:solidFill>
            <a:srgbClr val="DEEEFF"/>
          </a:solidFill>
          <a:ln>
            <a:noFill/>
          </a:ln>
        </p:spPr>
        <p:txBody>
          <a:bodyPr anchorCtr="0" anchor="ctr" bIns="18000" lIns="90000" spcFirstLastPara="1" rIns="90000" wrap="square" tIns="18000">
            <a:noAutofit/>
          </a:bodyPr>
          <a:lstStyle/>
          <a:p>
            <a:pPr indent="0" lvl="0" marL="0" rtl="0" algn="ctr">
              <a:lnSpc>
                <a:spcPct val="90000"/>
              </a:lnSpc>
              <a:spcBef>
                <a:spcPts val="0"/>
              </a:spcBef>
              <a:spcAft>
                <a:spcPts val="0"/>
              </a:spcAft>
              <a:buNone/>
            </a:pPr>
            <a:r>
              <a:rPr b="1" lang="es" sz="1200">
                <a:solidFill>
                  <a:srgbClr val="04138B"/>
                </a:solidFill>
                <a:latin typeface="Lato"/>
                <a:ea typeface="Lato"/>
                <a:cs typeface="Lato"/>
                <a:sym typeface="Lato"/>
              </a:rPr>
              <a:t>2 </a:t>
            </a:r>
            <a:r>
              <a:rPr lang="es" sz="1200">
                <a:solidFill>
                  <a:srgbClr val="04138B"/>
                </a:solidFill>
                <a:latin typeface="Lato Light"/>
                <a:ea typeface="Lato Light"/>
                <a:cs typeface="Lato Light"/>
                <a:sym typeface="Lato Light"/>
              </a:rPr>
              <a:t>DE LAS </a:t>
            </a:r>
            <a:r>
              <a:rPr b="1" lang="es" sz="1200">
                <a:solidFill>
                  <a:srgbClr val="04138B"/>
                </a:solidFill>
                <a:latin typeface="Lato"/>
                <a:ea typeface="Lato"/>
                <a:cs typeface="Lato"/>
                <a:sym typeface="Lato"/>
              </a:rPr>
              <a:t>30 </a:t>
            </a:r>
            <a:r>
              <a:rPr lang="es" sz="1200">
                <a:solidFill>
                  <a:srgbClr val="04138B"/>
                </a:solidFill>
                <a:latin typeface="Lato Light"/>
                <a:ea typeface="Lato Light"/>
                <a:cs typeface="Lato Light"/>
                <a:sym typeface="Lato Light"/>
              </a:rPr>
              <a:t>INCIDENCIAS ABIERTAS</a:t>
            </a:r>
            <a:endParaRPr sz="1200">
              <a:solidFill>
                <a:srgbClr val="001391"/>
              </a:solidFill>
              <a:latin typeface="Source Serif 4"/>
              <a:ea typeface="Source Serif 4"/>
              <a:cs typeface="Source Serif 4"/>
              <a:sym typeface="Source Serif 4"/>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1" name="Shape 381"/>
        <p:cNvGrpSpPr/>
        <p:nvPr/>
      </p:nvGrpSpPr>
      <p:grpSpPr>
        <a:xfrm>
          <a:off x="0" y="0"/>
          <a:ext cx="0" cy="0"/>
          <a:chOff x="0" y="0"/>
          <a:chExt cx="0" cy="0"/>
        </a:xfrm>
      </p:grpSpPr>
      <p:sp>
        <p:nvSpPr>
          <p:cNvPr id="382" name="Google Shape;382;p53"/>
          <p:cNvSpPr/>
          <p:nvPr/>
        </p:nvSpPr>
        <p:spPr>
          <a:xfrm>
            <a:off x="241450" y="670350"/>
            <a:ext cx="8558700" cy="14052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300">
                <a:solidFill>
                  <a:srgbClr val="04137B"/>
                </a:solidFill>
                <a:latin typeface="Lato"/>
                <a:ea typeface="Lato"/>
                <a:cs typeface="Lato"/>
                <a:sym typeface="Lato"/>
              </a:rPr>
              <a:t>Incidencias abiertas por criticidad</a:t>
            </a:r>
            <a:endParaRPr b="1" sz="1200">
              <a:solidFill>
                <a:srgbClr val="001391"/>
              </a:solidFill>
              <a:latin typeface="Lato"/>
              <a:ea typeface="Lato"/>
              <a:cs typeface="Lato"/>
              <a:sym typeface="Lato"/>
            </a:endParaRPr>
          </a:p>
        </p:txBody>
      </p:sp>
      <p:sp>
        <p:nvSpPr>
          <p:cNvPr id="383" name="Google Shape;383;p53"/>
          <p:cNvSpPr/>
          <p:nvPr/>
        </p:nvSpPr>
        <p:spPr>
          <a:xfrm>
            <a:off x="6024900" y="1115165"/>
            <a:ext cx="2629800" cy="804000"/>
          </a:xfrm>
          <a:prstGeom prst="roundRect">
            <a:avLst>
              <a:gd fmla="val 18197" name="adj"/>
            </a:avLst>
          </a:prstGeom>
          <a:solidFill>
            <a:schemeClr val="dk1"/>
          </a:solidFill>
          <a:ln>
            <a:noFill/>
          </a:ln>
        </p:spPr>
        <p:txBody>
          <a:bodyPr anchorCtr="0" anchor="t" bIns="180000" lIns="108000" spcFirstLastPara="1" rIns="108000" wrap="square" tIns="72000">
            <a:noAutofit/>
          </a:bodyPr>
          <a:lstStyle/>
          <a:p>
            <a:pPr indent="0" lvl="0" marL="0" rtl="0" algn="l">
              <a:lnSpc>
                <a:spcPct val="115000"/>
              </a:lnSpc>
              <a:spcBef>
                <a:spcPts val="0"/>
              </a:spcBef>
              <a:spcAft>
                <a:spcPts val="250"/>
              </a:spcAft>
              <a:buNone/>
            </a:pPr>
            <a:r>
              <a:t/>
            </a:r>
            <a:endParaRPr b="1" sz="1200">
              <a:solidFill>
                <a:srgbClr val="001391"/>
              </a:solidFill>
              <a:latin typeface="Lato"/>
              <a:ea typeface="Lato"/>
              <a:cs typeface="Lato"/>
              <a:sym typeface="Lato"/>
            </a:endParaRPr>
          </a:p>
        </p:txBody>
      </p:sp>
      <p:sp>
        <p:nvSpPr>
          <p:cNvPr id="384" name="Google Shape;384;p53"/>
          <p:cNvSpPr txBox="1"/>
          <p:nvPr/>
        </p:nvSpPr>
        <p:spPr>
          <a:xfrm>
            <a:off x="6107700" y="1173665"/>
            <a:ext cx="2464200" cy="689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3500">
                <a:solidFill>
                  <a:schemeClr val="lt1"/>
                </a:solidFill>
                <a:latin typeface="Lato"/>
                <a:ea typeface="Lato"/>
                <a:cs typeface="Lato"/>
                <a:sym typeface="Lato"/>
              </a:rPr>
              <a:t>11</a:t>
            </a:r>
            <a:br>
              <a:rPr b="1" lang="es" sz="3500">
                <a:solidFill>
                  <a:schemeClr val="lt1"/>
                </a:solidFill>
                <a:latin typeface="Lato"/>
                <a:ea typeface="Lato"/>
                <a:cs typeface="Lato"/>
                <a:sym typeface="Lato"/>
              </a:rPr>
            </a:br>
            <a:r>
              <a:rPr b="1" lang="es" sz="1200">
                <a:solidFill>
                  <a:schemeClr val="lt1"/>
                </a:solidFill>
                <a:latin typeface="Lato"/>
                <a:ea typeface="Lato"/>
                <a:cs typeface="Lato"/>
                <a:sym typeface="Lato"/>
              </a:rPr>
              <a:t>INCIDENCIAS ABIERTAS EN TOTAL</a:t>
            </a:r>
            <a:endParaRPr b="1" sz="1200">
              <a:solidFill>
                <a:schemeClr val="lt1"/>
              </a:solidFill>
              <a:latin typeface="Lato"/>
              <a:ea typeface="Lato"/>
              <a:cs typeface="Lato"/>
              <a:sym typeface="Lato"/>
            </a:endParaRPr>
          </a:p>
          <a:p>
            <a:pPr indent="0" lvl="0" marL="0" rtl="0" algn="l">
              <a:lnSpc>
                <a:spcPct val="90000"/>
              </a:lnSpc>
              <a:spcBef>
                <a:spcPts val="0"/>
              </a:spcBef>
              <a:spcAft>
                <a:spcPts val="0"/>
              </a:spcAft>
              <a:buClr>
                <a:srgbClr val="080E43"/>
              </a:buClr>
              <a:buSzPts val="1100"/>
              <a:buFont typeface="Arial"/>
              <a:buNone/>
            </a:pPr>
            <a:r>
              <a:t/>
            </a:r>
            <a:endParaRPr b="1" sz="1200">
              <a:solidFill>
                <a:schemeClr val="lt1"/>
              </a:solidFill>
              <a:latin typeface="Lato"/>
              <a:ea typeface="Lato"/>
              <a:cs typeface="Lato"/>
              <a:sym typeface="Lato"/>
            </a:endParaRPr>
          </a:p>
        </p:txBody>
      </p:sp>
      <p:sp>
        <p:nvSpPr>
          <p:cNvPr id="385" name="Google Shape;385;p53"/>
          <p:cNvSpPr/>
          <p:nvPr/>
        </p:nvSpPr>
        <p:spPr>
          <a:xfrm>
            <a:off x="445950" y="1115265"/>
            <a:ext cx="2629800" cy="804000"/>
          </a:xfrm>
          <a:prstGeom prst="roundRect">
            <a:avLst>
              <a:gd fmla="val 18197" name="adj"/>
            </a:avLst>
          </a:prstGeom>
          <a:solidFill>
            <a:srgbClr val="FDB7B7">
              <a:alpha val="27669"/>
            </a:srgbClr>
          </a:solidFill>
          <a:ln>
            <a:noFill/>
          </a:ln>
        </p:spPr>
        <p:txBody>
          <a:bodyPr anchorCtr="0" anchor="t" bIns="180000" lIns="108000" spcFirstLastPara="1" rIns="108000" wrap="square" tIns="72000">
            <a:noAutofit/>
          </a:bodyPr>
          <a:lstStyle/>
          <a:p>
            <a:pPr indent="0" lvl="0" marL="0" rtl="0" algn="l">
              <a:lnSpc>
                <a:spcPct val="115000"/>
              </a:lnSpc>
              <a:spcBef>
                <a:spcPts val="0"/>
              </a:spcBef>
              <a:spcAft>
                <a:spcPts val="250"/>
              </a:spcAft>
              <a:buNone/>
            </a:pPr>
            <a:r>
              <a:t/>
            </a:r>
            <a:endParaRPr b="1" sz="1200">
              <a:solidFill>
                <a:srgbClr val="001391"/>
              </a:solidFill>
              <a:latin typeface="Lato"/>
              <a:ea typeface="Lato"/>
              <a:cs typeface="Lato"/>
              <a:sym typeface="Lato"/>
            </a:endParaRPr>
          </a:p>
        </p:txBody>
      </p:sp>
      <p:sp>
        <p:nvSpPr>
          <p:cNvPr id="386" name="Google Shape;386;p53"/>
          <p:cNvSpPr/>
          <p:nvPr/>
        </p:nvSpPr>
        <p:spPr>
          <a:xfrm>
            <a:off x="3235425" y="1115265"/>
            <a:ext cx="2629800" cy="804000"/>
          </a:xfrm>
          <a:prstGeom prst="roundRect">
            <a:avLst>
              <a:gd fmla="val 18197" name="adj"/>
            </a:avLst>
          </a:prstGeom>
          <a:solidFill>
            <a:srgbClr val="F9E876">
              <a:alpha val="45570"/>
            </a:srgbClr>
          </a:solidFill>
          <a:ln>
            <a:noFill/>
          </a:ln>
        </p:spPr>
        <p:txBody>
          <a:bodyPr anchorCtr="0" anchor="t" bIns="180000" lIns="108000" spcFirstLastPara="1" rIns="108000" wrap="square" tIns="72000">
            <a:noAutofit/>
          </a:bodyPr>
          <a:lstStyle/>
          <a:p>
            <a:pPr indent="0" lvl="0" marL="0" rtl="0" algn="l">
              <a:lnSpc>
                <a:spcPct val="115000"/>
              </a:lnSpc>
              <a:spcBef>
                <a:spcPts val="0"/>
              </a:spcBef>
              <a:spcAft>
                <a:spcPts val="250"/>
              </a:spcAft>
              <a:buNone/>
            </a:pPr>
            <a:r>
              <a:t/>
            </a:r>
            <a:endParaRPr b="1" sz="1200">
              <a:solidFill>
                <a:srgbClr val="001391"/>
              </a:solidFill>
              <a:latin typeface="Lato"/>
              <a:ea typeface="Lato"/>
              <a:cs typeface="Lato"/>
              <a:sym typeface="Lato"/>
            </a:endParaRPr>
          </a:p>
        </p:txBody>
      </p:sp>
      <p:sp>
        <p:nvSpPr>
          <p:cNvPr id="387" name="Google Shape;387;p53"/>
          <p:cNvSpPr txBox="1"/>
          <p:nvPr/>
        </p:nvSpPr>
        <p:spPr>
          <a:xfrm>
            <a:off x="603000" y="1173665"/>
            <a:ext cx="2010900" cy="689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3500">
                <a:solidFill>
                  <a:srgbClr val="04138B"/>
                </a:solidFill>
                <a:latin typeface="Lato"/>
                <a:ea typeface="Lato"/>
                <a:cs typeface="Lato"/>
                <a:sym typeface="Lato"/>
              </a:rPr>
              <a:t>3</a:t>
            </a:r>
            <a:r>
              <a:rPr b="1" lang="es" sz="2600">
                <a:solidFill>
                  <a:srgbClr val="04138B"/>
                </a:solidFill>
                <a:latin typeface="Lato"/>
                <a:ea typeface="Lato"/>
                <a:cs typeface="Lato"/>
                <a:sym typeface="Lato"/>
              </a:rPr>
              <a:t> </a:t>
            </a:r>
            <a:br>
              <a:rPr b="1" lang="es" sz="2600">
                <a:solidFill>
                  <a:srgbClr val="04138B"/>
                </a:solidFill>
                <a:latin typeface="Lato"/>
                <a:ea typeface="Lato"/>
                <a:cs typeface="Lato"/>
                <a:sym typeface="Lato"/>
              </a:rPr>
            </a:br>
            <a:r>
              <a:rPr b="1" lang="es" sz="1200">
                <a:solidFill>
                  <a:srgbClr val="04138B"/>
                </a:solidFill>
                <a:latin typeface="Lato"/>
                <a:ea typeface="Lato"/>
                <a:cs typeface="Lato"/>
                <a:sym typeface="Lato"/>
              </a:rPr>
              <a:t>INCIDENCIAS MAESTRAS</a:t>
            </a:r>
            <a:endParaRPr b="1" sz="1200">
              <a:solidFill>
                <a:srgbClr val="04138B"/>
              </a:solidFill>
              <a:latin typeface="Lato"/>
              <a:ea typeface="Lato"/>
              <a:cs typeface="Lato"/>
              <a:sym typeface="Lato"/>
            </a:endParaRPr>
          </a:p>
        </p:txBody>
      </p:sp>
      <p:sp>
        <p:nvSpPr>
          <p:cNvPr id="388" name="Google Shape;388;p53"/>
          <p:cNvSpPr txBox="1"/>
          <p:nvPr/>
        </p:nvSpPr>
        <p:spPr>
          <a:xfrm>
            <a:off x="3375575" y="1173675"/>
            <a:ext cx="2240400" cy="689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3500">
                <a:solidFill>
                  <a:srgbClr val="04138B"/>
                </a:solidFill>
                <a:latin typeface="Lato"/>
                <a:ea typeface="Lato"/>
                <a:cs typeface="Lato"/>
                <a:sym typeface="Lato"/>
              </a:rPr>
              <a:t>1</a:t>
            </a:r>
            <a:r>
              <a:rPr b="1" lang="es" sz="3500">
                <a:solidFill>
                  <a:srgbClr val="04138B"/>
                </a:solidFill>
                <a:latin typeface="Lato"/>
                <a:ea typeface="Lato"/>
                <a:cs typeface="Lato"/>
                <a:sym typeface="Lato"/>
              </a:rPr>
              <a:t>5 </a:t>
            </a:r>
            <a:br>
              <a:rPr b="1" lang="es" sz="3500">
                <a:solidFill>
                  <a:srgbClr val="04138B"/>
                </a:solidFill>
                <a:latin typeface="Lato"/>
                <a:ea typeface="Lato"/>
                <a:cs typeface="Lato"/>
                <a:sym typeface="Lato"/>
              </a:rPr>
            </a:br>
            <a:r>
              <a:rPr b="1" lang="es" sz="1200">
                <a:solidFill>
                  <a:srgbClr val="04138B"/>
                </a:solidFill>
                <a:latin typeface="Lato"/>
                <a:ea typeface="Lato"/>
                <a:cs typeface="Lato"/>
                <a:sym typeface="Lato"/>
              </a:rPr>
              <a:t>OTRAS INCIDENCIAS</a:t>
            </a:r>
            <a:endParaRPr b="1" sz="1200">
              <a:solidFill>
                <a:srgbClr val="04138B"/>
              </a:solidFill>
              <a:latin typeface="Lato"/>
              <a:ea typeface="Lato"/>
              <a:cs typeface="Lato"/>
              <a:sym typeface="Lato"/>
            </a:endParaRPr>
          </a:p>
        </p:txBody>
      </p:sp>
      <p:sp>
        <p:nvSpPr>
          <p:cNvPr id="389" name="Google Shape;389;p53"/>
          <p:cNvSpPr txBox="1"/>
          <p:nvPr/>
        </p:nvSpPr>
        <p:spPr>
          <a:xfrm>
            <a:off x="241450" y="83550"/>
            <a:ext cx="6754800" cy="49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2200">
                <a:solidFill>
                  <a:srgbClr val="04138B"/>
                </a:solidFill>
                <a:latin typeface="Source Serif 4"/>
                <a:ea typeface="Source Serif 4"/>
                <a:cs typeface="Source Serif 4"/>
                <a:sym typeface="Source Serif 4"/>
              </a:rPr>
              <a:t>Seguimiento de incidencias - SENDA</a:t>
            </a:r>
            <a:endParaRPr b="1" sz="2200">
              <a:solidFill>
                <a:srgbClr val="04138B"/>
              </a:solidFill>
              <a:latin typeface="Source Serif 4"/>
              <a:ea typeface="Source Serif 4"/>
              <a:cs typeface="Source Serif 4"/>
              <a:sym typeface="Source Serif 4"/>
            </a:endParaRPr>
          </a:p>
        </p:txBody>
      </p:sp>
      <p:sp>
        <p:nvSpPr>
          <p:cNvPr id="390" name="Google Shape;390;p53"/>
          <p:cNvSpPr/>
          <p:nvPr/>
        </p:nvSpPr>
        <p:spPr>
          <a:xfrm>
            <a:off x="241450" y="2182350"/>
            <a:ext cx="4117800" cy="12276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200">
                <a:solidFill>
                  <a:srgbClr val="001391"/>
                </a:solidFill>
                <a:latin typeface="Lato"/>
                <a:ea typeface="Lato"/>
                <a:cs typeface="Lato"/>
                <a:sym typeface="Lato"/>
              </a:rPr>
              <a:t>Nuevas incidencias en SENDA</a:t>
            </a:r>
            <a:endParaRPr b="1" sz="1200">
              <a:solidFill>
                <a:srgbClr val="001391"/>
              </a:solidFill>
              <a:latin typeface="Lato"/>
              <a:ea typeface="Lato"/>
              <a:cs typeface="Lato"/>
              <a:sym typeface="Lato"/>
            </a:endParaRPr>
          </a:p>
        </p:txBody>
      </p:sp>
      <p:sp>
        <p:nvSpPr>
          <p:cNvPr id="391" name="Google Shape;391;p53"/>
          <p:cNvSpPr/>
          <p:nvPr/>
        </p:nvSpPr>
        <p:spPr>
          <a:xfrm>
            <a:off x="4691600" y="2182350"/>
            <a:ext cx="4117800" cy="12276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200">
                <a:solidFill>
                  <a:srgbClr val="001391"/>
                </a:solidFill>
                <a:latin typeface="Lato"/>
                <a:ea typeface="Lato"/>
                <a:cs typeface="Lato"/>
                <a:sym typeface="Lato"/>
              </a:rPr>
              <a:t>Incidencias cerradas</a:t>
            </a:r>
            <a:endParaRPr b="1" sz="1200">
              <a:solidFill>
                <a:srgbClr val="001391"/>
              </a:solidFill>
              <a:latin typeface="Lato"/>
              <a:ea typeface="Lato"/>
              <a:cs typeface="Lato"/>
              <a:sym typeface="Lato"/>
            </a:endParaRPr>
          </a:p>
        </p:txBody>
      </p:sp>
      <p:sp>
        <p:nvSpPr>
          <p:cNvPr id="392" name="Google Shape;392;p53"/>
          <p:cNvSpPr/>
          <p:nvPr/>
        </p:nvSpPr>
        <p:spPr>
          <a:xfrm>
            <a:off x="241450" y="3579900"/>
            <a:ext cx="4117800" cy="12276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200">
                <a:solidFill>
                  <a:srgbClr val="001391"/>
                </a:solidFill>
                <a:latin typeface="Lato"/>
                <a:ea typeface="Lato"/>
                <a:cs typeface="Lato"/>
                <a:sym typeface="Lato"/>
              </a:rPr>
              <a:t>Incidencias maestras en SENDA</a:t>
            </a:r>
            <a:endParaRPr b="1" sz="1200">
              <a:solidFill>
                <a:srgbClr val="001391"/>
              </a:solidFill>
              <a:latin typeface="Lato"/>
              <a:ea typeface="Lato"/>
              <a:cs typeface="Lato"/>
              <a:sym typeface="Lato"/>
            </a:endParaRPr>
          </a:p>
        </p:txBody>
      </p:sp>
      <p:sp>
        <p:nvSpPr>
          <p:cNvPr id="393" name="Google Shape;393;p53"/>
          <p:cNvSpPr/>
          <p:nvPr/>
        </p:nvSpPr>
        <p:spPr>
          <a:xfrm>
            <a:off x="4691600" y="3579899"/>
            <a:ext cx="4117800" cy="1227600"/>
          </a:xfrm>
          <a:prstGeom prst="roundRect">
            <a:avLst>
              <a:gd fmla="val 4329" name="adj"/>
            </a:avLst>
          </a:prstGeom>
          <a:solidFill>
            <a:srgbClr val="FFFFFF"/>
          </a:solidFill>
          <a:ln>
            <a:noFill/>
          </a:ln>
        </p:spPr>
        <p:txBody>
          <a:bodyPr anchorCtr="0" anchor="t" bIns="0" lIns="18000" spcFirstLastPara="1" rIns="18000" wrap="square" tIns="90000">
            <a:noAutofit/>
          </a:bodyPr>
          <a:lstStyle/>
          <a:p>
            <a:pPr indent="0" lvl="0" marL="0" rtl="0" algn="ctr">
              <a:spcBef>
                <a:spcPts val="0"/>
              </a:spcBef>
              <a:spcAft>
                <a:spcPts val="0"/>
              </a:spcAft>
              <a:buNone/>
            </a:pPr>
            <a:r>
              <a:rPr b="1" lang="es" sz="1200">
                <a:solidFill>
                  <a:srgbClr val="001391"/>
                </a:solidFill>
                <a:latin typeface="Lato"/>
                <a:ea typeface="Lato"/>
                <a:cs typeface="Lato"/>
                <a:sym typeface="Lato"/>
              </a:rPr>
              <a:t>Tiempo medio de resolución</a:t>
            </a:r>
            <a:endParaRPr b="1" sz="1200">
              <a:solidFill>
                <a:srgbClr val="001391"/>
              </a:solidFill>
              <a:latin typeface="Lato"/>
              <a:ea typeface="Lato"/>
              <a:cs typeface="Lato"/>
              <a:sym typeface="Lato"/>
            </a:endParaRPr>
          </a:p>
        </p:txBody>
      </p:sp>
      <p:sp>
        <p:nvSpPr>
          <p:cNvPr id="394" name="Google Shape;394;p53"/>
          <p:cNvSpPr txBox="1"/>
          <p:nvPr/>
        </p:nvSpPr>
        <p:spPr>
          <a:xfrm>
            <a:off x="1213600" y="2574400"/>
            <a:ext cx="2173500" cy="49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3500">
                <a:solidFill>
                  <a:srgbClr val="04138B"/>
                </a:solidFill>
                <a:latin typeface="Lato"/>
                <a:ea typeface="Lato"/>
                <a:cs typeface="Lato"/>
                <a:sym typeface="Lato"/>
              </a:rPr>
              <a:t>1</a:t>
            </a:r>
            <a:r>
              <a:rPr b="1" lang="es" sz="3000">
                <a:solidFill>
                  <a:srgbClr val="04138B"/>
                </a:solidFill>
                <a:latin typeface="Lato"/>
                <a:ea typeface="Lato"/>
                <a:cs typeface="Lato"/>
                <a:sym typeface="Lato"/>
              </a:rPr>
              <a:t> </a:t>
            </a:r>
            <a:r>
              <a:rPr lang="es" sz="1300">
                <a:solidFill>
                  <a:srgbClr val="04138B"/>
                </a:solidFill>
                <a:latin typeface="Lato Light"/>
                <a:ea typeface="Lato Light"/>
                <a:cs typeface="Lato Light"/>
                <a:sym typeface="Lato Light"/>
              </a:rPr>
              <a:t>NUEVA INCIDENCIA</a:t>
            </a:r>
            <a:endParaRPr sz="1300">
              <a:solidFill>
                <a:srgbClr val="04138B"/>
              </a:solidFill>
              <a:latin typeface="Lato Light"/>
              <a:ea typeface="Lato Light"/>
              <a:cs typeface="Lato Light"/>
              <a:sym typeface="Lato Light"/>
            </a:endParaRPr>
          </a:p>
        </p:txBody>
      </p:sp>
      <p:sp>
        <p:nvSpPr>
          <p:cNvPr id="395" name="Google Shape;395;p53"/>
          <p:cNvSpPr txBox="1"/>
          <p:nvPr/>
        </p:nvSpPr>
        <p:spPr>
          <a:xfrm>
            <a:off x="3375950" y="2636679"/>
            <a:ext cx="724500" cy="3336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b="1" lang="es" sz="1200">
                <a:solidFill>
                  <a:srgbClr val="DA6A6A"/>
                </a:solidFill>
                <a:latin typeface="Source Serif 4"/>
                <a:ea typeface="Source Serif 4"/>
                <a:cs typeface="Source Serif 4"/>
                <a:sym typeface="Source Serif 4"/>
              </a:rPr>
              <a:t>+</a:t>
            </a:r>
            <a:r>
              <a:rPr b="1" lang="es" sz="1200">
                <a:solidFill>
                  <a:srgbClr val="DA6A6A"/>
                </a:solidFill>
                <a:latin typeface="Source Serif 4"/>
                <a:ea typeface="Source Serif 4"/>
                <a:cs typeface="Source Serif 4"/>
                <a:sym typeface="Source Serif 4"/>
              </a:rPr>
              <a:t>8</a:t>
            </a:r>
            <a:r>
              <a:rPr b="1" lang="es" sz="1200">
                <a:solidFill>
                  <a:srgbClr val="DA6A6A"/>
                </a:solidFill>
                <a:latin typeface="Source Serif 4"/>
                <a:ea typeface="Source Serif 4"/>
                <a:cs typeface="Source Serif 4"/>
                <a:sym typeface="Source Serif 4"/>
              </a:rPr>
              <a:t>%</a:t>
            </a:r>
            <a:endParaRPr b="1" sz="1200">
              <a:solidFill>
                <a:srgbClr val="DA6A6A"/>
              </a:solidFill>
              <a:latin typeface="Source Serif 4"/>
              <a:ea typeface="Source Serif 4"/>
              <a:cs typeface="Source Serif 4"/>
              <a:sym typeface="Source Serif 4"/>
            </a:endParaRPr>
          </a:p>
        </p:txBody>
      </p:sp>
      <p:sp>
        <p:nvSpPr>
          <p:cNvPr id="396" name="Google Shape;396;p53"/>
          <p:cNvSpPr/>
          <p:nvPr/>
        </p:nvSpPr>
        <p:spPr>
          <a:xfrm>
            <a:off x="403300" y="3054047"/>
            <a:ext cx="3794100" cy="255300"/>
          </a:xfrm>
          <a:prstGeom prst="roundRect">
            <a:avLst>
              <a:gd fmla="val 19401" name="adj"/>
            </a:avLst>
          </a:prstGeom>
          <a:solidFill>
            <a:srgbClr val="DEEEFF"/>
          </a:solidFill>
          <a:ln>
            <a:noFill/>
          </a:ln>
        </p:spPr>
        <p:txBody>
          <a:bodyPr anchorCtr="0" anchor="ctr" bIns="18000" lIns="90000" spcFirstLastPara="1" rIns="90000" wrap="square" tIns="18000">
            <a:noAutofit/>
          </a:bodyPr>
          <a:lstStyle/>
          <a:p>
            <a:pPr indent="0" lvl="0" marL="0" rtl="0" algn="ctr">
              <a:lnSpc>
                <a:spcPct val="90000"/>
              </a:lnSpc>
              <a:spcBef>
                <a:spcPts val="0"/>
              </a:spcBef>
              <a:spcAft>
                <a:spcPts val="0"/>
              </a:spcAft>
              <a:buNone/>
            </a:pPr>
            <a:r>
              <a:rPr b="1" lang="es" sz="1200">
                <a:solidFill>
                  <a:srgbClr val="04138B"/>
                </a:solidFill>
                <a:latin typeface="Lato"/>
                <a:ea typeface="Lato"/>
                <a:cs typeface="Lato"/>
                <a:sym typeface="Lato"/>
              </a:rPr>
              <a:t>ANTES</a:t>
            </a:r>
            <a:r>
              <a:rPr lang="es" sz="1200">
                <a:solidFill>
                  <a:srgbClr val="04138B"/>
                </a:solidFill>
                <a:latin typeface="Lato Light"/>
                <a:ea typeface="Lato Light"/>
                <a:cs typeface="Lato Light"/>
                <a:sym typeface="Lato Light"/>
              </a:rPr>
              <a:t>: 2 	           </a:t>
            </a:r>
            <a:r>
              <a:rPr b="1" lang="es" sz="1200">
                <a:solidFill>
                  <a:srgbClr val="04138B"/>
                </a:solidFill>
                <a:latin typeface="Lato"/>
                <a:ea typeface="Lato"/>
                <a:cs typeface="Lato"/>
                <a:sym typeface="Lato"/>
              </a:rPr>
              <a:t>AHORA</a:t>
            </a:r>
            <a:r>
              <a:rPr lang="es" sz="1200">
                <a:solidFill>
                  <a:srgbClr val="04138B"/>
                </a:solidFill>
                <a:latin typeface="Lato Light"/>
                <a:ea typeface="Lato Light"/>
                <a:cs typeface="Lato Light"/>
                <a:sym typeface="Lato Light"/>
              </a:rPr>
              <a:t>: 5         </a:t>
            </a:r>
            <a:r>
              <a:rPr b="1" lang="es" sz="1200">
                <a:solidFill>
                  <a:srgbClr val="04138B"/>
                </a:solidFill>
                <a:latin typeface="Lato"/>
                <a:ea typeface="Lato"/>
                <a:cs typeface="Lato"/>
                <a:sym typeface="Lato"/>
              </a:rPr>
              <a:t>ACUMULADO</a:t>
            </a:r>
            <a:r>
              <a:rPr lang="es" sz="1200">
                <a:solidFill>
                  <a:srgbClr val="04138B"/>
                </a:solidFill>
                <a:latin typeface="Lato Light"/>
                <a:ea typeface="Lato Light"/>
                <a:cs typeface="Lato Light"/>
                <a:sym typeface="Lato Light"/>
              </a:rPr>
              <a:t>: 5</a:t>
            </a:r>
            <a:endParaRPr sz="1200">
              <a:solidFill>
                <a:srgbClr val="001391"/>
              </a:solidFill>
              <a:latin typeface="Source Serif 4 Black"/>
              <a:ea typeface="Source Serif 4 Black"/>
              <a:cs typeface="Source Serif 4 Black"/>
              <a:sym typeface="Source Serif 4 Black"/>
            </a:endParaRPr>
          </a:p>
        </p:txBody>
      </p:sp>
      <p:sp>
        <p:nvSpPr>
          <p:cNvPr id="397" name="Google Shape;397;p53"/>
          <p:cNvSpPr txBox="1"/>
          <p:nvPr/>
        </p:nvSpPr>
        <p:spPr>
          <a:xfrm>
            <a:off x="4868350" y="2574400"/>
            <a:ext cx="3550800" cy="6894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rgbClr val="080E43"/>
              </a:buClr>
              <a:buSzPts val="1100"/>
              <a:buFont typeface="Arial"/>
              <a:buNone/>
            </a:pPr>
            <a:r>
              <a:rPr b="1" lang="es" sz="3500">
                <a:solidFill>
                  <a:srgbClr val="04138B"/>
                </a:solidFill>
                <a:latin typeface="Lato"/>
                <a:ea typeface="Lato"/>
                <a:cs typeface="Lato"/>
                <a:sym typeface="Lato"/>
              </a:rPr>
              <a:t>1</a:t>
            </a:r>
            <a:r>
              <a:rPr b="1" lang="es" sz="3000">
                <a:solidFill>
                  <a:srgbClr val="04138B"/>
                </a:solidFill>
                <a:latin typeface="Lato"/>
                <a:ea typeface="Lato"/>
                <a:cs typeface="Lato"/>
                <a:sym typeface="Lato"/>
              </a:rPr>
              <a:t> </a:t>
            </a:r>
            <a:r>
              <a:rPr lang="es" sz="1300">
                <a:solidFill>
                  <a:srgbClr val="04138B"/>
                </a:solidFill>
                <a:latin typeface="Lato Light"/>
                <a:ea typeface="Lato Light"/>
                <a:cs typeface="Lato Light"/>
                <a:sym typeface="Lato Light"/>
              </a:rPr>
              <a:t>INCIDENCIA CERRADAS </a:t>
            </a:r>
            <a:br>
              <a:rPr lang="es" sz="1300">
                <a:solidFill>
                  <a:srgbClr val="04138B"/>
                </a:solidFill>
                <a:latin typeface="Lato Light"/>
                <a:ea typeface="Lato Light"/>
                <a:cs typeface="Lato Light"/>
                <a:sym typeface="Lato Light"/>
              </a:rPr>
            </a:br>
            <a:r>
              <a:rPr lang="es" sz="1300">
                <a:solidFill>
                  <a:srgbClr val="04138B"/>
                </a:solidFill>
                <a:latin typeface="Lato Light"/>
                <a:ea typeface="Lato Light"/>
                <a:cs typeface="Lato Light"/>
                <a:sym typeface="Lato Light"/>
              </a:rPr>
              <a:t>ESTA QUINCENA</a:t>
            </a:r>
            <a:endParaRPr sz="1300">
              <a:solidFill>
                <a:srgbClr val="04138B"/>
              </a:solidFill>
              <a:latin typeface="Lato Light"/>
              <a:ea typeface="Lato Light"/>
              <a:cs typeface="Lato Light"/>
              <a:sym typeface="Lato Light"/>
            </a:endParaRPr>
          </a:p>
        </p:txBody>
      </p:sp>
      <p:sp>
        <p:nvSpPr>
          <p:cNvPr id="398" name="Google Shape;398;p53"/>
          <p:cNvSpPr txBox="1"/>
          <p:nvPr/>
        </p:nvSpPr>
        <p:spPr>
          <a:xfrm>
            <a:off x="8024852" y="2636679"/>
            <a:ext cx="724500" cy="3336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b="1" lang="es" sz="1200">
                <a:solidFill>
                  <a:schemeClr val="accent5"/>
                </a:solidFill>
                <a:latin typeface="Source Serif 4"/>
                <a:ea typeface="Source Serif 4"/>
                <a:cs typeface="Source Serif 4"/>
                <a:sym typeface="Source Serif 4"/>
              </a:rPr>
              <a:t>+</a:t>
            </a:r>
            <a:r>
              <a:rPr b="1" lang="es" sz="1200">
                <a:solidFill>
                  <a:schemeClr val="accent5"/>
                </a:solidFill>
                <a:latin typeface="Source Serif 4"/>
                <a:ea typeface="Source Serif 4"/>
                <a:cs typeface="Source Serif 4"/>
                <a:sym typeface="Source Serif 4"/>
              </a:rPr>
              <a:t>8%</a:t>
            </a:r>
            <a:endParaRPr b="1" sz="1200">
              <a:solidFill>
                <a:schemeClr val="accent5"/>
              </a:solidFill>
              <a:latin typeface="Source Serif 4"/>
              <a:ea typeface="Source Serif 4"/>
              <a:cs typeface="Source Serif 4"/>
              <a:sym typeface="Source Serif 4"/>
            </a:endParaRPr>
          </a:p>
        </p:txBody>
      </p:sp>
      <p:sp>
        <p:nvSpPr>
          <p:cNvPr id="399" name="Google Shape;399;p53"/>
          <p:cNvSpPr txBox="1"/>
          <p:nvPr/>
        </p:nvSpPr>
        <p:spPr>
          <a:xfrm>
            <a:off x="4868350" y="4031451"/>
            <a:ext cx="3550800" cy="689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lang="es" sz="1300">
                <a:solidFill>
                  <a:srgbClr val="04138B"/>
                </a:solidFill>
                <a:latin typeface="Lato Light"/>
                <a:ea typeface="Lato Light"/>
                <a:cs typeface="Lato Light"/>
                <a:sym typeface="Lato Light"/>
              </a:rPr>
              <a:t>EL TIEMPO MEDIO DE RESOLUCIÓN DE INCIDENCIAS ES DE:</a:t>
            </a:r>
            <a:endParaRPr sz="1300">
              <a:solidFill>
                <a:srgbClr val="04138B"/>
              </a:solidFill>
              <a:latin typeface="Lato Light"/>
              <a:ea typeface="Lato Light"/>
              <a:cs typeface="Lato Light"/>
              <a:sym typeface="Lato Light"/>
            </a:endParaRPr>
          </a:p>
        </p:txBody>
      </p:sp>
      <p:cxnSp>
        <p:nvCxnSpPr>
          <p:cNvPr id="400" name="Google Shape;400;p53"/>
          <p:cNvCxnSpPr/>
          <p:nvPr/>
        </p:nvCxnSpPr>
        <p:spPr>
          <a:xfrm>
            <a:off x="5663750" y="3901023"/>
            <a:ext cx="2173500" cy="0"/>
          </a:xfrm>
          <a:prstGeom prst="straightConnector1">
            <a:avLst/>
          </a:prstGeom>
          <a:noFill/>
          <a:ln cap="flat" cmpd="sng" w="19050">
            <a:solidFill>
              <a:srgbClr val="04137B"/>
            </a:solidFill>
            <a:prstDash val="solid"/>
            <a:round/>
            <a:headEnd len="med" w="med" type="none"/>
            <a:tailEnd len="med" w="med" type="none"/>
          </a:ln>
        </p:spPr>
      </p:cxnSp>
      <p:sp>
        <p:nvSpPr>
          <p:cNvPr id="401" name="Google Shape;401;p53"/>
          <p:cNvSpPr txBox="1"/>
          <p:nvPr/>
        </p:nvSpPr>
        <p:spPr>
          <a:xfrm>
            <a:off x="6610509" y="4289566"/>
            <a:ext cx="1484100" cy="49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3500">
                <a:solidFill>
                  <a:srgbClr val="04138B"/>
                </a:solidFill>
                <a:latin typeface="Lato"/>
                <a:ea typeface="Lato"/>
                <a:cs typeface="Lato"/>
                <a:sym typeface="Lato"/>
              </a:rPr>
              <a:t>3 </a:t>
            </a:r>
            <a:r>
              <a:rPr b="1" lang="es" sz="3500">
                <a:solidFill>
                  <a:srgbClr val="04138B"/>
                </a:solidFill>
                <a:latin typeface="Lato"/>
                <a:ea typeface="Lato"/>
                <a:cs typeface="Lato"/>
                <a:sym typeface="Lato"/>
              </a:rPr>
              <a:t>DÍAS</a:t>
            </a:r>
            <a:endParaRPr b="1" sz="3500">
              <a:solidFill>
                <a:srgbClr val="04138B"/>
              </a:solidFill>
              <a:latin typeface="Lato"/>
              <a:ea typeface="Lato"/>
              <a:cs typeface="Lato"/>
              <a:sym typeface="Lato"/>
            </a:endParaRPr>
          </a:p>
          <a:p>
            <a:pPr indent="0" lvl="0" marL="0" rtl="0" algn="l">
              <a:lnSpc>
                <a:spcPct val="90000"/>
              </a:lnSpc>
              <a:spcBef>
                <a:spcPts val="0"/>
              </a:spcBef>
              <a:spcAft>
                <a:spcPts val="0"/>
              </a:spcAft>
              <a:buClr>
                <a:srgbClr val="080E43"/>
              </a:buClr>
              <a:buSzPts val="1100"/>
              <a:buFont typeface="Arial"/>
              <a:buNone/>
            </a:pPr>
            <a:r>
              <a:t/>
            </a:r>
            <a:endParaRPr sz="1300">
              <a:solidFill>
                <a:srgbClr val="04138B"/>
              </a:solidFill>
              <a:latin typeface="Lato Light"/>
              <a:ea typeface="Lato Light"/>
              <a:cs typeface="Lato Light"/>
              <a:sym typeface="Lato Light"/>
            </a:endParaRPr>
          </a:p>
        </p:txBody>
      </p:sp>
      <p:sp>
        <p:nvSpPr>
          <p:cNvPr id="402" name="Google Shape;402;p53"/>
          <p:cNvSpPr txBox="1"/>
          <p:nvPr/>
        </p:nvSpPr>
        <p:spPr>
          <a:xfrm>
            <a:off x="8024852" y="4183622"/>
            <a:ext cx="724500" cy="229800"/>
          </a:xfrm>
          <a:prstGeom prst="rect">
            <a:avLst/>
          </a:prstGeom>
          <a:noFill/>
          <a:ln>
            <a:noFill/>
          </a:ln>
        </p:spPr>
        <p:txBody>
          <a:bodyPr anchorCtr="0" anchor="t" bIns="18000" lIns="18000" spcFirstLastPara="1" rIns="18000" wrap="square" tIns="18000">
            <a:noAutofit/>
          </a:bodyPr>
          <a:lstStyle/>
          <a:p>
            <a:pPr indent="0" lvl="0" marL="0" rtl="0" algn="l">
              <a:spcBef>
                <a:spcPts val="0"/>
              </a:spcBef>
              <a:spcAft>
                <a:spcPts val="0"/>
              </a:spcAft>
              <a:buNone/>
            </a:pPr>
            <a:r>
              <a:rPr b="1" lang="es" sz="1200">
                <a:solidFill>
                  <a:srgbClr val="DA6A6A"/>
                </a:solidFill>
                <a:latin typeface="Source Serif 4"/>
                <a:ea typeface="Source Serif 4"/>
                <a:cs typeface="Source Serif 4"/>
                <a:sym typeface="Source Serif 4"/>
              </a:rPr>
              <a:t>+1  día</a:t>
            </a:r>
            <a:endParaRPr b="1" sz="1200">
              <a:solidFill>
                <a:srgbClr val="DA6A6A"/>
              </a:solidFill>
              <a:latin typeface="Source Serif 4"/>
              <a:ea typeface="Source Serif 4"/>
              <a:cs typeface="Source Serif 4"/>
              <a:sym typeface="Source Serif 4"/>
            </a:endParaRPr>
          </a:p>
        </p:txBody>
      </p:sp>
      <p:cxnSp>
        <p:nvCxnSpPr>
          <p:cNvPr id="403" name="Google Shape;403;p53"/>
          <p:cNvCxnSpPr/>
          <p:nvPr/>
        </p:nvCxnSpPr>
        <p:spPr>
          <a:xfrm>
            <a:off x="5663750" y="2496665"/>
            <a:ext cx="2173500" cy="0"/>
          </a:xfrm>
          <a:prstGeom prst="straightConnector1">
            <a:avLst/>
          </a:prstGeom>
          <a:noFill/>
          <a:ln cap="flat" cmpd="sng" w="19050">
            <a:solidFill>
              <a:srgbClr val="04137B"/>
            </a:solidFill>
            <a:prstDash val="solid"/>
            <a:round/>
            <a:headEnd len="med" w="med" type="none"/>
            <a:tailEnd len="med" w="med" type="none"/>
          </a:ln>
        </p:spPr>
      </p:cxnSp>
      <p:cxnSp>
        <p:nvCxnSpPr>
          <p:cNvPr id="404" name="Google Shape;404;p53"/>
          <p:cNvCxnSpPr/>
          <p:nvPr/>
        </p:nvCxnSpPr>
        <p:spPr>
          <a:xfrm>
            <a:off x="1213600" y="2496665"/>
            <a:ext cx="2173500" cy="0"/>
          </a:xfrm>
          <a:prstGeom prst="straightConnector1">
            <a:avLst/>
          </a:prstGeom>
          <a:noFill/>
          <a:ln cap="flat" cmpd="sng" w="19050">
            <a:solidFill>
              <a:srgbClr val="04137B"/>
            </a:solidFill>
            <a:prstDash val="solid"/>
            <a:round/>
            <a:headEnd len="med" w="med" type="none"/>
            <a:tailEnd len="med" w="med" type="none"/>
          </a:ln>
        </p:spPr>
      </p:cxnSp>
      <p:cxnSp>
        <p:nvCxnSpPr>
          <p:cNvPr id="405" name="Google Shape;405;p53"/>
          <p:cNvCxnSpPr/>
          <p:nvPr/>
        </p:nvCxnSpPr>
        <p:spPr>
          <a:xfrm>
            <a:off x="1213600" y="3901023"/>
            <a:ext cx="2173500" cy="0"/>
          </a:xfrm>
          <a:prstGeom prst="straightConnector1">
            <a:avLst/>
          </a:prstGeom>
          <a:noFill/>
          <a:ln cap="flat" cmpd="sng" w="19050">
            <a:solidFill>
              <a:srgbClr val="04137B"/>
            </a:solidFill>
            <a:prstDash val="solid"/>
            <a:round/>
            <a:headEnd len="med" w="med" type="none"/>
            <a:tailEnd len="med" w="med" type="none"/>
          </a:ln>
        </p:spPr>
      </p:cxnSp>
      <p:sp>
        <p:nvSpPr>
          <p:cNvPr id="406" name="Google Shape;406;p53"/>
          <p:cNvSpPr txBox="1"/>
          <p:nvPr/>
        </p:nvSpPr>
        <p:spPr>
          <a:xfrm>
            <a:off x="631600" y="4031447"/>
            <a:ext cx="3337500" cy="492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80E43"/>
              </a:buClr>
              <a:buSzPts val="1100"/>
              <a:buFont typeface="Arial"/>
              <a:buNone/>
            </a:pPr>
            <a:r>
              <a:rPr b="1" lang="es" sz="3500">
                <a:solidFill>
                  <a:srgbClr val="04138B"/>
                </a:solidFill>
                <a:latin typeface="Lato"/>
                <a:ea typeface="Lato"/>
                <a:cs typeface="Lato"/>
                <a:sym typeface="Lato"/>
              </a:rPr>
              <a:t>22% </a:t>
            </a:r>
            <a:r>
              <a:rPr lang="es" sz="1300">
                <a:solidFill>
                  <a:srgbClr val="04138B"/>
                </a:solidFill>
                <a:latin typeface="Lato Light"/>
                <a:ea typeface="Lato Light"/>
                <a:cs typeface="Lato Light"/>
                <a:sym typeface="Lato Light"/>
              </a:rPr>
              <a:t>DE INCIDENCIAS MAESTRAS</a:t>
            </a:r>
            <a:endParaRPr sz="1300">
              <a:solidFill>
                <a:srgbClr val="04138B"/>
              </a:solidFill>
              <a:latin typeface="Lato Light"/>
              <a:ea typeface="Lato Light"/>
              <a:cs typeface="Lato Light"/>
              <a:sym typeface="Lato Light"/>
            </a:endParaRPr>
          </a:p>
          <a:p>
            <a:pPr indent="0" lvl="0" marL="0" rtl="0" algn="l">
              <a:lnSpc>
                <a:spcPct val="90000"/>
              </a:lnSpc>
              <a:spcBef>
                <a:spcPts val="0"/>
              </a:spcBef>
              <a:spcAft>
                <a:spcPts val="0"/>
              </a:spcAft>
              <a:buClr>
                <a:srgbClr val="080E43"/>
              </a:buClr>
              <a:buSzPts val="1100"/>
              <a:buFont typeface="Arial"/>
              <a:buNone/>
            </a:pPr>
            <a:r>
              <a:t/>
            </a:r>
            <a:endParaRPr sz="1300">
              <a:solidFill>
                <a:srgbClr val="04138B"/>
              </a:solidFill>
              <a:latin typeface="Lato Light"/>
              <a:ea typeface="Lato Light"/>
              <a:cs typeface="Lato Light"/>
              <a:sym typeface="Lato Light"/>
            </a:endParaRPr>
          </a:p>
          <a:p>
            <a:pPr indent="0" lvl="0" marL="0" rtl="0" algn="l">
              <a:lnSpc>
                <a:spcPct val="90000"/>
              </a:lnSpc>
              <a:spcBef>
                <a:spcPts val="0"/>
              </a:spcBef>
              <a:spcAft>
                <a:spcPts val="0"/>
              </a:spcAft>
              <a:buClr>
                <a:srgbClr val="080E43"/>
              </a:buClr>
              <a:buSzPts val="1100"/>
              <a:buFont typeface="Arial"/>
              <a:buNone/>
            </a:pPr>
            <a:r>
              <a:t/>
            </a:r>
            <a:endParaRPr b="1" sz="3500">
              <a:solidFill>
                <a:srgbClr val="04138B"/>
              </a:solidFill>
              <a:latin typeface="Lato"/>
              <a:ea typeface="Lato"/>
              <a:cs typeface="Lato"/>
              <a:sym typeface="Lato"/>
            </a:endParaRPr>
          </a:p>
          <a:p>
            <a:pPr indent="0" lvl="0" marL="0" rtl="0" algn="l">
              <a:lnSpc>
                <a:spcPct val="90000"/>
              </a:lnSpc>
              <a:spcBef>
                <a:spcPts val="0"/>
              </a:spcBef>
              <a:spcAft>
                <a:spcPts val="0"/>
              </a:spcAft>
              <a:buClr>
                <a:srgbClr val="080E43"/>
              </a:buClr>
              <a:buSzPts val="1100"/>
              <a:buFont typeface="Arial"/>
              <a:buNone/>
            </a:pPr>
            <a:r>
              <a:t/>
            </a:r>
            <a:endParaRPr sz="1300">
              <a:solidFill>
                <a:srgbClr val="04138B"/>
              </a:solidFill>
              <a:latin typeface="Lato Light"/>
              <a:ea typeface="Lato Light"/>
              <a:cs typeface="Lato Light"/>
              <a:sym typeface="Lato Light"/>
            </a:endParaRPr>
          </a:p>
        </p:txBody>
      </p:sp>
      <p:sp>
        <p:nvSpPr>
          <p:cNvPr id="407" name="Google Shape;407;p53"/>
          <p:cNvSpPr/>
          <p:nvPr/>
        </p:nvSpPr>
        <p:spPr>
          <a:xfrm>
            <a:off x="403300" y="4500097"/>
            <a:ext cx="3794100" cy="255300"/>
          </a:xfrm>
          <a:prstGeom prst="roundRect">
            <a:avLst>
              <a:gd fmla="val 19401" name="adj"/>
            </a:avLst>
          </a:prstGeom>
          <a:solidFill>
            <a:srgbClr val="DEEEFF"/>
          </a:solidFill>
          <a:ln>
            <a:noFill/>
          </a:ln>
        </p:spPr>
        <p:txBody>
          <a:bodyPr anchorCtr="0" anchor="ctr" bIns="18000" lIns="90000" spcFirstLastPara="1" rIns="90000" wrap="square" tIns="18000">
            <a:noAutofit/>
          </a:bodyPr>
          <a:lstStyle/>
          <a:p>
            <a:pPr indent="0" lvl="0" marL="0" rtl="0" algn="ctr">
              <a:lnSpc>
                <a:spcPct val="90000"/>
              </a:lnSpc>
              <a:spcBef>
                <a:spcPts val="0"/>
              </a:spcBef>
              <a:spcAft>
                <a:spcPts val="0"/>
              </a:spcAft>
              <a:buNone/>
            </a:pPr>
            <a:r>
              <a:rPr b="1" lang="es" sz="1200">
                <a:solidFill>
                  <a:srgbClr val="04138B"/>
                </a:solidFill>
                <a:latin typeface="Lato"/>
                <a:ea typeface="Lato"/>
                <a:cs typeface="Lato"/>
                <a:sym typeface="Lato"/>
              </a:rPr>
              <a:t>3 </a:t>
            </a:r>
            <a:r>
              <a:rPr lang="es" sz="1200">
                <a:solidFill>
                  <a:srgbClr val="04138B"/>
                </a:solidFill>
                <a:latin typeface="Lato Light"/>
                <a:ea typeface="Lato Light"/>
                <a:cs typeface="Lato Light"/>
                <a:sym typeface="Lato Light"/>
              </a:rPr>
              <a:t>DE LAS </a:t>
            </a:r>
            <a:r>
              <a:rPr b="1" lang="es" sz="1200">
                <a:solidFill>
                  <a:srgbClr val="04138B"/>
                </a:solidFill>
                <a:latin typeface="Lato"/>
                <a:ea typeface="Lato"/>
                <a:cs typeface="Lato"/>
                <a:sym typeface="Lato"/>
              </a:rPr>
              <a:t>30 </a:t>
            </a:r>
            <a:r>
              <a:rPr lang="es" sz="1200">
                <a:solidFill>
                  <a:srgbClr val="04138B"/>
                </a:solidFill>
                <a:latin typeface="Lato Light"/>
                <a:ea typeface="Lato Light"/>
                <a:cs typeface="Lato Light"/>
                <a:sym typeface="Lato Light"/>
              </a:rPr>
              <a:t>INCIDENCIAS ABIERTAS</a:t>
            </a:r>
            <a:endParaRPr sz="1200">
              <a:solidFill>
                <a:srgbClr val="001391"/>
              </a:solidFill>
              <a:latin typeface="Source Serif 4"/>
              <a:ea typeface="Source Serif 4"/>
              <a:cs typeface="Source Serif 4"/>
              <a:sym typeface="Source Serif 4"/>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1" name="Shape 411"/>
        <p:cNvGrpSpPr/>
        <p:nvPr/>
      </p:nvGrpSpPr>
      <p:grpSpPr>
        <a:xfrm>
          <a:off x="0" y="0"/>
          <a:ext cx="0" cy="0"/>
          <a:chOff x="0" y="0"/>
          <a:chExt cx="0" cy="0"/>
        </a:xfrm>
      </p:grpSpPr>
      <p:sp>
        <p:nvSpPr>
          <p:cNvPr id="412" name="Google Shape;412;p54"/>
          <p:cNvSpPr/>
          <p:nvPr/>
        </p:nvSpPr>
        <p:spPr>
          <a:xfrm>
            <a:off x="2885175" y="1300400"/>
            <a:ext cx="5924100" cy="3096300"/>
          </a:xfrm>
          <a:prstGeom prst="roundRect">
            <a:avLst>
              <a:gd fmla="val 3026" name="adj"/>
            </a:avLst>
          </a:prstGeom>
          <a:solidFill>
            <a:srgbClr val="FFFFFF"/>
          </a:solid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t/>
            </a:r>
            <a:endParaRPr sz="1500">
              <a:solidFill>
                <a:srgbClr val="001391"/>
              </a:solidFill>
              <a:latin typeface="Lato Light"/>
              <a:ea typeface="Lato Light"/>
              <a:cs typeface="Lato Light"/>
              <a:sym typeface="Lato Light"/>
            </a:endParaRPr>
          </a:p>
        </p:txBody>
      </p:sp>
      <p:sp>
        <p:nvSpPr>
          <p:cNvPr id="413" name="Google Shape;413;p54"/>
          <p:cNvSpPr/>
          <p:nvPr/>
        </p:nvSpPr>
        <p:spPr>
          <a:xfrm>
            <a:off x="1810417" y="2234844"/>
            <a:ext cx="129600" cy="18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4" name="Google Shape;414;p54"/>
          <p:cNvSpPr/>
          <p:nvPr/>
        </p:nvSpPr>
        <p:spPr>
          <a:xfrm>
            <a:off x="2885175" y="1188000"/>
            <a:ext cx="5924100" cy="393900"/>
          </a:xfrm>
          <a:prstGeom prst="round2SameRect">
            <a:avLst>
              <a:gd fmla="val 15026" name="adj1"/>
              <a:gd fmla="val 0" name="adj2"/>
            </a:avLst>
          </a:prstGeom>
          <a:solidFill>
            <a:srgbClr val="001391"/>
          </a:solidFill>
          <a:ln>
            <a:noFill/>
          </a:ln>
        </p:spPr>
        <p:txBody>
          <a:bodyPr anchorCtr="0" anchor="ctr" bIns="90000" lIns="91425" spcFirstLastPara="1" rIns="91425" wrap="square" tIns="72000">
            <a:noAutofit/>
          </a:bodyPr>
          <a:lstStyle/>
          <a:p>
            <a:pPr indent="0" lvl="0" marL="0" rtl="0" algn="l">
              <a:spcBef>
                <a:spcPts val="0"/>
              </a:spcBef>
              <a:spcAft>
                <a:spcPts val="0"/>
              </a:spcAft>
              <a:buNone/>
            </a:pPr>
            <a:r>
              <a:rPr b="1" lang="es" sz="1300">
                <a:solidFill>
                  <a:srgbClr val="FFFFFF"/>
                </a:solidFill>
                <a:latin typeface="Source Serif 4"/>
                <a:ea typeface="Source Serif 4"/>
                <a:cs typeface="Source Serif 4"/>
                <a:sym typeface="Source Serif 4"/>
              </a:rPr>
              <a:t>Evolución temporal</a:t>
            </a:r>
            <a:br>
              <a:rPr b="1" lang="es" sz="1300">
                <a:solidFill>
                  <a:srgbClr val="FFFFFF"/>
                </a:solidFill>
                <a:latin typeface="Source Serif 4"/>
                <a:ea typeface="Source Serif 4"/>
                <a:cs typeface="Source Serif 4"/>
                <a:sym typeface="Source Serif 4"/>
              </a:rPr>
            </a:br>
            <a:r>
              <a:rPr lang="es" sz="900">
                <a:solidFill>
                  <a:srgbClr val="FFFFFF"/>
                </a:solidFill>
                <a:latin typeface="Source Serif 4 Light"/>
                <a:ea typeface="Source Serif 4 Light"/>
                <a:cs typeface="Source Serif 4 Light"/>
                <a:sym typeface="Source Serif 4 Light"/>
              </a:rPr>
              <a:t>Histórico de abiertas y balance entre nuevas y cerradas</a:t>
            </a:r>
            <a:endParaRPr>
              <a:latin typeface="Source Serif 4 Light"/>
              <a:ea typeface="Source Serif 4 Light"/>
              <a:cs typeface="Source Serif 4 Light"/>
              <a:sym typeface="Source Serif 4 Light"/>
            </a:endParaRPr>
          </a:p>
        </p:txBody>
      </p:sp>
      <p:sp>
        <p:nvSpPr>
          <p:cNvPr id="415" name="Google Shape;415;p54"/>
          <p:cNvSpPr txBox="1"/>
          <p:nvPr/>
        </p:nvSpPr>
        <p:spPr>
          <a:xfrm>
            <a:off x="299450" y="1555244"/>
            <a:ext cx="2238900" cy="957000"/>
          </a:xfrm>
          <a:prstGeom prst="rect">
            <a:avLst/>
          </a:prstGeom>
          <a:noFill/>
          <a:ln>
            <a:noFill/>
          </a:ln>
        </p:spPr>
        <p:txBody>
          <a:bodyPr anchorCtr="0" anchor="t" bIns="91425" lIns="18000" spcFirstLastPara="1" rIns="91425" wrap="square" tIns="91425">
            <a:noAutofit/>
          </a:bodyPr>
          <a:lstStyle/>
          <a:p>
            <a:pPr indent="-166199" lvl="0" marL="269999" marR="0" rtl="0" algn="l">
              <a:lnSpc>
                <a:spcPct val="100000"/>
              </a:lnSpc>
              <a:spcBef>
                <a:spcPts val="0"/>
              </a:spcBef>
              <a:spcAft>
                <a:spcPts val="0"/>
              </a:spcAft>
              <a:buClr>
                <a:srgbClr val="001391"/>
              </a:buClr>
              <a:buSzPts val="1200"/>
              <a:buFont typeface="Source Serif 4 Light"/>
              <a:buChar char="➢"/>
            </a:pPr>
            <a:r>
              <a:rPr lang="es" sz="1200">
                <a:solidFill>
                  <a:srgbClr val="001391"/>
                </a:solidFill>
                <a:latin typeface="Source Serif 4 Light"/>
                <a:ea typeface="Source Serif 4 Light"/>
                <a:cs typeface="Source Serif 4 Light"/>
                <a:sym typeface="Source Serif 4 Light"/>
              </a:rPr>
              <a:t>La tabla debe mostrar la tendencia de incidencias abiertas a lo largo de los últimos cortes disponibles.</a:t>
            </a:r>
            <a:endParaRPr sz="1200">
              <a:solidFill>
                <a:srgbClr val="001391"/>
              </a:solidFill>
              <a:latin typeface="Source Serif 4 Light"/>
              <a:ea typeface="Source Serif 4 Light"/>
              <a:cs typeface="Source Serif 4 Light"/>
              <a:sym typeface="Source Serif 4 Light"/>
            </a:endParaRPr>
          </a:p>
          <a:p>
            <a:pPr indent="-166199" lvl="0" marL="269999" marR="0" rtl="0" algn="l">
              <a:lnSpc>
                <a:spcPct val="100000"/>
              </a:lnSpc>
              <a:spcBef>
                <a:spcPts val="1000"/>
              </a:spcBef>
              <a:spcAft>
                <a:spcPts val="0"/>
              </a:spcAft>
              <a:buClr>
                <a:srgbClr val="001391"/>
              </a:buClr>
              <a:buSzPts val="1200"/>
              <a:buFont typeface="Source Serif 4 Light"/>
              <a:buChar char="➢"/>
            </a:pPr>
            <a:r>
              <a:rPr lang="es" sz="1200">
                <a:solidFill>
                  <a:srgbClr val="001391"/>
                </a:solidFill>
                <a:latin typeface="Source Serif 4 Light"/>
                <a:ea typeface="Source Serif 4 Light"/>
                <a:cs typeface="Source Serif 4 Light"/>
                <a:sym typeface="Source Serif 4 Light"/>
              </a:rPr>
              <a:t>El contraste entre nuevas y cerradas permite identificar si la operación reduce backlog o mantiene presión recurrente.</a:t>
            </a:r>
            <a:endParaRPr sz="1200">
              <a:solidFill>
                <a:srgbClr val="001391"/>
              </a:solidFill>
              <a:latin typeface="Source Serif 4 Light"/>
              <a:ea typeface="Source Serif 4 Light"/>
              <a:cs typeface="Source Serif 4 Light"/>
              <a:sym typeface="Source Serif 4 Light"/>
            </a:endParaRPr>
          </a:p>
          <a:p>
            <a:pPr indent="-166199" lvl="0" marL="269999" marR="0" rtl="0" algn="l">
              <a:lnSpc>
                <a:spcPct val="100000"/>
              </a:lnSpc>
              <a:spcBef>
                <a:spcPts val="1000"/>
              </a:spcBef>
              <a:spcAft>
                <a:spcPts val="1000"/>
              </a:spcAft>
              <a:buClr>
                <a:srgbClr val="001391"/>
              </a:buClr>
              <a:buSzPts val="1200"/>
              <a:buFont typeface="Source Serif 4 Light"/>
              <a:buChar char="➢"/>
            </a:pPr>
            <a:r>
              <a:rPr lang="es" sz="1200">
                <a:solidFill>
                  <a:srgbClr val="001391"/>
                </a:solidFill>
                <a:latin typeface="Source Serif 4 Light"/>
                <a:ea typeface="Source Serif 4 Light"/>
                <a:cs typeface="Source Serif 4 Light"/>
                <a:sym typeface="Source Serif 4 Light"/>
              </a:rPr>
              <a:t>Se recomienda usar una periodicidad homogénea para facilitar lectura de tendencia y comparabilidad.</a:t>
            </a:r>
            <a:r>
              <a:rPr lang="es" sz="1200">
                <a:solidFill>
                  <a:srgbClr val="001391"/>
                </a:solidFill>
                <a:latin typeface="Source Serif 4 Light"/>
                <a:ea typeface="Source Serif 4 Light"/>
                <a:cs typeface="Source Serif 4 Light"/>
                <a:sym typeface="Source Serif 4 Light"/>
              </a:rPr>
              <a:t> </a:t>
            </a:r>
            <a:endParaRPr sz="1200">
              <a:solidFill>
                <a:srgbClr val="001391"/>
              </a:solidFill>
              <a:latin typeface="Source Serif 4 Light"/>
              <a:ea typeface="Source Serif 4 Light"/>
              <a:cs typeface="Source Serif 4 Light"/>
              <a:sym typeface="Source Serif 4 Light"/>
            </a:endParaRPr>
          </a:p>
        </p:txBody>
      </p:sp>
      <p:sp>
        <p:nvSpPr>
          <p:cNvPr id="416" name="Google Shape;416;p54"/>
          <p:cNvSpPr/>
          <p:nvPr/>
        </p:nvSpPr>
        <p:spPr>
          <a:xfrm>
            <a:off x="344875" y="4582862"/>
            <a:ext cx="8565000" cy="422700"/>
          </a:xfrm>
          <a:prstGeom prst="roundRect">
            <a:avLst>
              <a:gd fmla="val 12218" name="adj"/>
            </a:avLst>
          </a:prstGeom>
          <a:solidFill>
            <a:srgbClr val="85C8FF"/>
          </a:solidFill>
          <a:ln>
            <a:noFill/>
          </a:ln>
        </p:spPr>
        <p:txBody>
          <a:bodyPr anchorCtr="0" anchor="ctr" bIns="180000" lIns="180000" spcFirstLastPara="1" rIns="180000" wrap="square" tIns="180000">
            <a:noAutofit/>
          </a:bodyPr>
          <a:lstStyle/>
          <a:p>
            <a:pPr indent="0" lvl="0" marL="0" marR="0" rtl="0" algn="ctr">
              <a:lnSpc>
                <a:spcPct val="100000"/>
              </a:lnSpc>
              <a:spcBef>
                <a:spcPts val="0"/>
              </a:spcBef>
              <a:spcAft>
                <a:spcPts val="0"/>
              </a:spcAft>
              <a:buNone/>
            </a:pPr>
            <a:r>
              <a:rPr b="1" lang="es" sz="1200">
                <a:solidFill>
                  <a:srgbClr val="001391"/>
                </a:solidFill>
                <a:latin typeface="Source Serif 4"/>
                <a:ea typeface="Source Serif 4"/>
                <a:cs typeface="Source Serif 4"/>
                <a:sym typeface="Source Serif 4"/>
              </a:rPr>
              <a:t>TBD: resumir si la tendencia mejora, empeora o permanece estable frente al periodo anterior.</a:t>
            </a:r>
            <a:endParaRPr b="1" sz="1200">
              <a:solidFill>
                <a:srgbClr val="001391"/>
              </a:solidFill>
              <a:latin typeface="Source Serif 4"/>
              <a:ea typeface="Source Serif 4"/>
              <a:cs typeface="Source Serif 4"/>
              <a:sym typeface="Source Serif 4"/>
            </a:endParaRPr>
          </a:p>
        </p:txBody>
      </p:sp>
      <p:sp>
        <p:nvSpPr>
          <p:cNvPr id="417" name="Google Shape;417;p54"/>
          <p:cNvSpPr txBox="1"/>
          <p:nvPr/>
        </p:nvSpPr>
        <p:spPr>
          <a:xfrm>
            <a:off x="342000" y="270000"/>
            <a:ext cx="7971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b="1" lang="es" sz="2400">
                <a:solidFill>
                  <a:srgbClr val="001391"/>
                </a:solidFill>
                <a:latin typeface="Source Serif 4"/>
                <a:ea typeface="Source Serif 4"/>
                <a:cs typeface="Source Serif 4"/>
                <a:sym typeface="Source Serif 4"/>
              </a:rPr>
              <a:t>La evolución histórica muestra si el backlog se estabiliza o sigue creciendo</a:t>
            </a:r>
            <a:endParaRPr b="1" sz="2400">
              <a:solidFill>
                <a:srgbClr val="001391"/>
              </a:solidFill>
              <a:latin typeface="Source Serif 4"/>
              <a:ea typeface="Source Serif 4"/>
              <a:cs typeface="Source Serif 4"/>
              <a:sym typeface="Source Serif 4"/>
            </a:endParaRPr>
          </a:p>
        </p:txBody>
      </p:sp>
      <p:sp>
        <p:nvSpPr>
          <p:cNvPr id="418" name="Google Shape;418;p54"/>
          <p:cNvSpPr txBox="1"/>
          <p:nvPr/>
        </p:nvSpPr>
        <p:spPr>
          <a:xfrm>
            <a:off x="3242700" y="1816350"/>
            <a:ext cx="5228100" cy="2201400"/>
          </a:xfrm>
          <a:prstGeom prst="rect">
            <a:avLst/>
          </a:prstGeom>
          <a:noFill/>
          <a:ln>
            <a:noFill/>
          </a:ln>
        </p:spPr>
        <p:txBody>
          <a:bodyPr anchorCtr="0" anchor="t" bIns="91425" lIns="18000" spcFirstLastPara="1" rIns="91425" wrap="square" tIns="91425">
            <a:noAutofit/>
          </a:bodyPr>
          <a:lstStyle/>
          <a:p>
            <a:pPr indent="0" lvl="0" marL="0" marR="0" rtl="0" algn="l">
              <a:lnSpc>
                <a:spcPct val="100000"/>
              </a:lnSpc>
              <a:spcBef>
                <a:spcPts val="0"/>
              </a:spcBef>
              <a:spcAft>
                <a:spcPts val="1000"/>
              </a:spcAft>
              <a:buNone/>
            </a:pPr>
            <a:r>
              <a:t/>
            </a:r>
            <a:endParaRPr sz="900">
              <a:solidFill>
                <a:srgbClr val="001391"/>
              </a:solidFill>
              <a:latin typeface="Source Serif 4 Light"/>
              <a:ea typeface="Source Serif 4 Light"/>
              <a:cs typeface="Source Serif 4 Light"/>
              <a:sym typeface="Source Serif 4 Light"/>
            </a:endParaRPr>
          </a:p>
        </p:txBody>
      </p:sp>
      <p:graphicFrame>
        <p:nvGraphicFramePr>
          <p:cNvPr id="419" name="Google Shape;419;p54"/>
          <p:cNvGraphicFramePr/>
          <p:nvPr/>
        </p:nvGraphicFramePr>
        <p:xfrm>
          <a:off x="3242700" y="1816350"/>
          <a:ext cx="3000000" cy="3000000"/>
        </p:xfrm>
        <a:graphic>
          <a:graphicData uri="http://schemas.openxmlformats.org/drawingml/2006/table">
            <a:tbl>
              <a:tblPr>
                <a:noFill/>
                <a:tableStyleId>{8066247C-4CC9-442F-B5FC-95EB723CFAD2}</a:tableStyleId>
              </a:tblPr>
              <a:tblGrid>
                <a:gridCol w="1045625"/>
                <a:gridCol w="1045625"/>
                <a:gridCol w="1045625"/>
                <a:gridCol w="1045625"/>
                <a:gridCol w="1045625"/>
              </a:tblGrid>
              <a:tr h="314475">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Periodo</a:t>
                      </a:r>
                      <a:endParaRPr b="1" sz="900">
                        <a:solidFill>
                          <a:srgbClr val="FFFFFF"/>
                        </a:solidFill>
                        <a:latin typeface="Lato"/>
                        <a:ea typeface="Lato"/>
                        <a:cs typeface="Lato"/>
                        <a:sym typeface="Lato"/>
                      </a:endParaRPr>
                    </a:p>
                  </a:txBody>
                  <a:tcPr marT="91425" marB="91425" marR="91425" marL="91425">
                    <a:solidFill>
                      <a:srgbClr val="001391"/>
                    </a:solidFill>
                  </a:tcPr>
                </a:tc>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Abiertas</a:t>
                      </a:r>
                      <a:endParaRPr b="1" sz="900">
                        <a:solidFill>
                          <a:srgbClr val="FFFFFF"/>
                        </a:solidFill>
                        <a:latin typeface="Lato"/>
                        <a:ea typeface="Lato"/>
                        <a:cs typeface="Lato"/>
                        <a:sym typeface="Lato"/>
                      </a:endParaRPr>
                    </a:p>
                  </a:txBody>
                  <a:tcPr marT="91425" marB="91425" marR="91425" marL="91425">
                    <a:solidFill>
                      <a:srgbClr val="001391"/>
                    </a:solidFill>
                  </a:tcPr>
                </a:tc>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Nuevas</a:t>
                      </a:r>
                      <a:endParaRPr b="1" sz="900">
                        <a:solidFill>
                          <a:srgbClr val="FFFFFF"/>
                        </a:solidFill>
                        <a:latin typeface="Lato"/>
                        <a:ea typeface="Lato"/>
                        <a:cs typeface="Lato"/>
                        <a:sym typeface="Lato"/>
                      </a:endParaRPr>
                    </a:p>
                  </a:txBody>
                  <a:tcPr marT="91425" marB="91425" marR="91425" marL="91425">
                    <a:solidFill>
                      <a:srgbClr val="001391"/>
                    </a:solidFill>
                  </a:tcPr>
                </a:tc>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Cerradas</a:t>
                      </a:r>
                      <a:endParaRPr b="1" sz="900">
                        <a:solidFill>
                          <a:srgbClr val="FFFFFF"/>
                        </a:solidFill>
                        <a:latin typeface="Lato"/>
                        <a:ea typeface="Lato"/>
                        <a:cs typeface="Lato"/>
                        <a:sym typeface="Lato"/>
                      </a:endParaRPr>
                    </a:p>
                  </a:txBody>
                  <a:tcPr marT="91425" marB="91425" marR="91425" marL="91425">
                    <a:solidFill>
                      <a:srgbClr val="001391"/>
                    </a:solidFill>
                  </a:tcPr>
                </a:tc>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Balance</a:t>
                      </a:r>
                      <a:endParaRPr b="1" sz="900">
                        <a:solidFill>
                          <a:srgbClr val="FFFFFF"/>
                        </a:solidFill>
                        <a:latin typeface="Lato"/>
                        <a:ea typeface="Lato"/>
                        <a:cs typeface="Lato"/>
                        <a:sym typeface="Lato"/>
                      </a:endParaRPr>
                    </a:p>
                  </a:txBody>
                  <a:tcPr marT="91425" marB="91425" marR="91425" marL="91425">
                    <a:solidFill>
                      <a:srgbClr val="001391"/>
                    </a:solidFill>
                  </a:tcPr>
                </a:tc>
              </a:tr>
              <a:tr h="3144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TBD:Periodo -5</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r>
              <a:tr h="3144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TBD:Periodo -4</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r>
              <a:tr h="3144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TBD:Periodo -3</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r>
              <a:tr h="3144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TBD:Periodo -2</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r>
              <a:tr h="3144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TBD:Periodo -1</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r>
              <a:tr h="31447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TBD:Periodo actual</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t>
                      </a:r>
                      <a:endParaRPr sz="900">
                        <a:solidFill>
                          <a:srgbClr val="001391"/>
                        </a:solidFill>
                        <a:latin typeface="Lato"/>
                        <a:ea typeface="Lato"/>
                        <a:cs typeface="Lato"/>
                        <a:sym typeface="Lato"/>
                      </a:endParaRPr>
                    </a:p>
                  </a:txBody>
                  <a:tcPr marT="91425" marB="91425" marR="91425" marL="91425">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3" name="Shape 423"/>
        <p:cNvGrpSpPr/>
        <p:nvPr/>
      </p:nvGrpSpPr>
      <p:grpSpPr>
        <a:xfrm>
          <a:off x="0" y="0"/>
          <a:ext cx="0" cy="0"/>
          <a:chOff x="0" y="0"/>
          <a:chExt cx="0" cy="0"/>
        </a:xfrm>
      </p:grpSpPr>
      <p:sp>
        <p:nvSpPr>
          <p:cNvPr id="424" name="Google Shape;424;p55"/>
          <p:cNvSpPr/>
          <p:nvPr/>
        </p:nvSpPr>
        <p:spPr>
          <a:xfrm>
            <a:off x="342000" y="1304497"/>
            <a:ext cx="8467200" cy="3597600"/>
          </a:xfrm>
          <a:prstGeom prst="roundRect">
            <a:avLst>
              <a:gd fmla="val 3026" name="adj"/>
            </a:avLst>
          </a:prstGeom>
          <a:solidFill>
            <a:srgbClr val="FFFFFF"/>
          </a:solidFill>
          <a:ln>
            <a:noFill/>
          </a:ln>
        </p:spPr>
        <p:txBody>
          <a:bodyPr anchorCtr="0" anchor="t" bIns="126000" lIns="126000" spcFirstLastPara="1" rIns="126000" wrap="square" tIns="198000">
            <a:noAutofit/>
          </a:bodyPr>
          <a:lstStyle/>
          <a:p>
            <a:pPr indent="0" lvl="0" marL="0" rtl="0" algn="l">
              <a:spcBef>
                <a:spcPts val="0"/>
              </a:spcBef>
              <a:spcAft>
                <a:spcPts val="1000"/>
              </a:spcAft>
              <a:buNone/>
            </a:pPr>
            <a:r>
              <a:t/>
            </a:r>
            <a:endParaRPr sz="1500">
              <a:solidFill>
                <a:srgbClr val="001391"/>
              </a:solidFill>
              <a:latin typeface="Lato Light"/>
              <a:ea typeface="Lato Light"/>
              <a:cs typeface="Lato Light"/>
              <a:sym typeface="Lato Light"/>
            </a:endParaRPr>
          </a:p>
        </p:txBody>
      </p:sp>
      <p:sp>
        <p:nvSpPr>
          <p:cNvPr id="425" name="Google Shape;425;p55"/>
          <p:cNvSpPr/>
          <p:nvPr/>
        </p:nvSpPr>
        <p:spPr>
          <a:xfrm>
            <a:off x="342000" y="990192"/>
            <a:ext cx="8467200" cy="393900"/>
          </a:xfrm>
          <a:prstGeom prst="round2SameRect">
            <a:avLst>
              <a:gd fmla="val 15026" name="adj1"/>
              <a:gd fmla="val 0" name="adj2"/>
            </a:avLst>
          </a:prstGeom>
          <a:solidFill>
            <a:srgbClr val="001391"/>
          </a:solidFill>
          <a:ln>
            <a:noFill/>
          </a:ln>
        </p:spPr>
        <p:txBody>
          <a:bodyPr anchorCtr="0" anchor="ctr" bIns="90000" lIns="91425" spcFirstLastPara="1" rIns="91425" wrap="square" tIns="72000">
            <a:noAutofit/>
          </a:bodyPr>
          <a:lstStyle/>
          <a:p>
            <a:pPr indent="0" lvl="0" marL="0" rtl="0" algn="l">
              <a:spcBef>
                <a:spcPts val="0"/>
              </a:spcBef>
              <a:spcAft>
                <a:spcPts val="0"/>
              </a:spcAft>
              <a:buNone/>
            </a:pPr>
            <a:r>
              <a:rPr b="1" lang="es" sz="1300">
                <a:solidFill>
                  <a:srgbClr val="FFFFFF"/>
                </a:solidFill>
                <a:latin typeface="Source Serif 4"/>
                <a:ea typeface="Source Serif 4"/>
                <a:cs typeface="Source Serif 4"/>
                <a:sym typeface="Source Serif 4"/>
              </a:rPr>
              <a:t>Zoom de incidencias del periodo</a:t>
            </a:r>
            <a:br>
              <a:rPr b="1" lang="es" sz="1300">
                <a:solidFill>
                  <a:srgbClr val="FFFFFF"/>
                </a:solidFill>
                <a:latin typeface="Source Serif 4"/>
                <a:ea typeface="Source Serif 4"/>
                <a:cs typeface="Source Serif 4"/>
                <a:sym typeface="Source Serif 4"/>
              </a:rPr>
            </a:br>
            <a:r>
              <a:rPr lang="es" sz="900">
                <a:solidFill>
                  <a:srgbClr val="FFFFFF"/>
                </a:solidFill>
                <a:latin typeface="Source Serif 4 Light"/>
                <a:ea typeface="Source Serif 4 Light"/>
                <a:cs typeface="Source Serif 4 Light"/>
                <a:sym typeface="Source Serif 4 Light"/>
              </a:rPr>
              <a:t>Plantilla para analizar principales problemas abiertos y resueltos</a:t>
            </a:r>
            <a:endParaRPr>
              <a:latin typeface="Source Serif 4 Light"/>
              <a:ea typeface="Source Serif 4 Light"/>
              <a:cs typeface="Source Serif 4 Light"/>
              <a:sym typeface="Source Serif 4 Light"/>
            </a:endParaRPr>
          </a:p>
        </p:txBody>
      </p:sp>
      <p:sp>
        <p:nvSpPr>
          <p:cNvPr id="426" name="Google Shape;426;p55"/>
          <p:cNvSpPr txBox="1"/>
          <p:nvPr/>
        </p:nvSpPr>
        <p:spPr>
          <a:xfrm>
            <a:off x="342000" y="270000"/>
            <a:ext cx="7971900" cy="385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b="1" lang="es" sz="2400">
                <a:solidFill>
                  <a:srgbClr val="001391"/>
                </a:solidFill>
                <a:latin typeface="Source Serif 4"/>
                <a:ea typeface="Source Serif 4"/>
                <a:cs typeface="Source Serif 4"/>
                <a:sym typeface="Source Serif 4"/>
              </a:rPr>
              <a:t>La priorización debe centrarse en los problemas con mayor volumen e impacto</a:t>
            </a:r>
            <a:endParaRPr b="1" sz="2400">
              <a:solidFill>
                <a:srgbClr val="001391"/>
              </a:solidFill>
              <a:latin typeface="Source Serif 4"/>
              <a:ea typeface="Source Serif 4"/>
              <a:cs typeface="Source Serif 4"/>
              <a:sym typeface="Source Serif 4"/>
            </a:endParaRPr>
          </a:p>
        </p:txBody>
      </p:sp>
      <p:sp>
        <p:nvSpPr>
          <p:cNvPr id="427" name="Google Shape;427;p55"/>
          <p:cNvSpPr/>
          <p:nvPr/>
        </p:nvSpPr>
        <p:spPr>
          <a:xfrm>
            <a:off x="587875" y="1523572"/>
            <a:ext cx="8007300" cy="3192600"/>
          </a:xfrm>
          <a:prstGeom prst="roundRect">
            <a:avLst>
              <a:gd fmla="val 3026" name="adj"/>
            </a:avLst>
          </a:prstGeom>
          <a:noFill/>
          <a:ln>
            <a:noFill/>
          </a:ln>
        </p:spPr>
        <p:txBody>
          <a:bodyPr anchorCtr="0" anchor="t" bIns="126000" lIns="126000" spcFirstLastPara="1" rIns="126000" wrap="square" tIns="198000">
            <a:noAutofit/>
          </a:bodyPr>
          <a:lstStyle/>
          <a:p>
            <a:pPr indent="0" lvl="0" marL="0" rtl="0" algn="l">
              <a:spcBef>
                <a:spcPts val="0"/>
              </a:spcBef>
              <a:spcAft>
                <a:spcPts val="1000"/>
              </a:spcAft>
              <a:buNone/>
            </a:pPr>
            <a:r>
              <a:t/>
            </a:r>
            <a:endParaRPr sz="1500">
              <a:solidFill>
                <a:srgbClr val="001391"/>
              </a:solidFill>
              <a:latin typeface="Lato Light"/>
              <a:ea typeface="Lato Light"/>
              <a:cs typeface="Lato Light"/>
              <a:sym typeface="Lato Light"/>
            </a:endParaRPr>
          </a:p>
        </p:txBody>
      </p:sp>
      <p:graphicFrame>
        <p:nvGraphicFramePr>
          <p:cNvPr id="428" name="Google Shape;428;p55"/>
          <p:cNvGraphicFramePr/>
          <p:nvPr/>
        </p:nvGraphicFramePr>
        <p:xfrm>
          <a:off x="587875" y="1523572"/>
          <a:ext cx="3000000" cy="3000000"/>
        </p:xfrm>
        <a:graphic>
          <a:graphicData uri="http://schemas.openxmlformats.org/drawingml/2006/table">
            <a:tbl>
              <a:tblPr>
                <a:noFill/>
                <a:tableStyleId>{8066247C-4CC9-442F-B5FC-95EB723CFAD2}</a:tableStyleId>
              </a:tblPr>
              <a:tblGrid>
                <a:gridCol w="1334550"/>
                <a:gridCol w="1334550"/>
                <a:gridCol w="1334550"/>
                <a:gridCol w="1334550"/>
                <a:gridCol w="1334550"/>
                <a:gridCol w="1334550"/>
              </a:tblGrid>
              <a:tr h="290225">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Problema</a:t>
                      </a:r>
                      <a:endParaRPr b="1" sz="900">
                        <a:solidFill>
                          <a:srgbClr val="FFFFFF"/>
                        </a:solidFill>
                        <a:latin typeface="Lato"/>
                        <a:ea typeface="Lato"/>
                        <a:cs typeface="Lato"/>
                        <a:sym typeface="Lato"/>
                      </a:endParaRPr>
                    </a:p>
                  </a:txBody>
                  <a:tcPr marT="91425" marB="91425" marR="91425" marL="91425">
                    <a:solidFill>
                      <a:srgbClr val="001391"/>
                    </a:solidFill>
                  </a:tcPr>
                </a:tc>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Funcionalidad</a:t>
                      </a:r>
                      <a:endParaRPr b="1" sz="900">
                        <a:solidFill>
                          <a:srgbClr val="FFFFFF"/>
                        </a:solidFill>
                        <a:latin typeface="Lato"/>
                        <a:ea typeface="Lato"/>
                        <a:cs typeface="Lato"/>
                        <a:sym typeface="Lato"/>
                      </a:endParaRPr>
                    </a:p>
                  </a:txBody>
                  <a:tcPr marT="91425" marB="91425" marR="91425" marL="91425">
                    <a:solidFill>
                      <a:srgbClr val="001391"/>
                    </a:solidFill>
                  </a:tcPr>
                </a:tc>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Tipo</a:t>
                      </a:r>
                      <a:endParaRPr b="1" sz="900">
                        <a:solidFill>
                          <a:srgbClr val="FFFFFF"/>
                        </a:solidFill>
                        <a:latin typeface="Lato"/>
                        <a:ea typeface="Lato"/>
                        <a:cs typeface="Lato"/>
                        <a:sym typeface="Lato"/>
                      </a:endParaRPr>
                    </a:p>
                  </a:txBody>
                  <a:tcPr marT="91425" marB="91425" marR="91425" marL="91425">
                    <a:solidFill>
                      <a:srgbClr val="001391"/>
                    </a:solidFill>
                  </a:tcPr>
                </a:tc>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Estado</a:t>
                      </a:r>
                      <a:endParaRPr b="1" sz="900">
                        <a:solidFill>
                          <a:srgbClr val="FFFFFF"/>
                        </a:solidFill>
                        <a:latin typeface="Lato"/>
                        <a:ea typeface="Lato"/>
                        <a:cs typeface="Lato"/>
                        <a:sym typeface="Lato"/>
                      </a:endParaRPr>
                    </a:p>
                  </a:txBody>
                  <a:tcPr marT="91425" marB="91425" marR="91425" marL="91425">
                    <a:solidFill>
                      <a:srgbClr val="001391"/>
                    </a:solidFill>
                  </a:tcPr>
                </a:tc>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Criticidad</a:t>
                      </a:r>
                      <a:endParaRPr b="1" sz="900">
                        <a:solidFill>
                          <a:srgbClr val="FFFFFF"/>
                        </a:solidFill>
                        <a:latin typeface="Lato"/>
                        <a:ea typeface="Lato"/>
                        <a:cs typeface="Lato"/>
                        <a:sym typeface="Lato"/>
                      </a:endParaRPr>
                    </a:p>
                  </a:txBody>
                  <a:tcPr marT="91425" marB="91425" marR="91425" marL="91425">
                    <a:solidFill>
                      <a:srgbClr val="001391"/>
                    </a:solidFill>
                  </a:tcPr>
                </a:tc>
                <a:tc>
                  <a:txBody>
                    <a:bodyPr/>
                    <a:lstStyle/>
                    <a:p>
                      <a:pPr indent="0" lvl="0" marL="0" rtl="0" algn="l">
                        <a:spcBef>
                          <a:spcPts val="0"/>
                        </a:spcBef>
                        <a:spcAft>
                          <a:spcPts val="0"/>
                        </a:spcAft>
                        <a:buNone/>
                      </a:pPr>
                      <a:r>
                        <a:rPr b="1" lang="es" sz="900">
                          <a:solidFill>
                            <a:srgbClr val="FFFFFF"/>
                          </a:solidFill>
                          <a:latin typeface="Lato"/>
                          <a:ea typeface="Lato"/>
                          <a:cs typeface="Lato"/>
                          <a:sym typeface="Lato"/>
                        </a:rPr>
                        <a:t>Motivo y mitigación</a:t>
                      </a:r>
                      <a:endParaRPr b="1" sz="900">
                        <a:solidFill>
                          <a:srgbClr val="FFFFFF"/>
                        </a:solidFill>
                        <a:latin typeface="Lato"/>
                        <a:ea typeface="Lato"/>
                        <a:cs typeface="Lato"/>
                        <a:sym typeface="Lato"/>
                      </a:endParaRPr>
                    </a:p>
                  </a:txBody>
                  <a:tcPr marT="91425" marB="91425" marR="91425" marL="91425">
                    <a:solidFill>
                      <a:srgbClr val="001391"/>
                    </a:solidFill>
                  </a:tcPr>
                </a:tc>
              </a:tr>
              <a:tr h="29022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TBD:Problema 1</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TBD:funcionalidad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TBD:tipo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TBD:abierta o resuelta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TBD:motivo y plan</a:t>
                      </a:r>
                      <a:endParaRPr sz="900">
                        <a:solidFill>
                          <a:srgbClr val="001391"/>
                        </a:solidFill>
                        <a:latin typeface="Lato"/>
                        <a:ea typeface="Lato"/>
                        <a:cs typeface="Lato"/>
                        <a:sym typeface="Lato"/>
                      </a:endParaRPr>
                    </a:p>
                  </a:txBody>
                  <a:tcPr marT="91425" marB="91425" marR="91425" marL="91425">
                    <a:solidFill>
                      <a:srgbClr val="FFFFFF"/>
                    </a:solidFill>
                  </a:tcPr>
                </a:tc>
              </a:tr>
              <a:tr h="29022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TBD:Problema 2</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TBD:funcionalidad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TBD:tipo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TBD:abierta o resuelta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TBD:motivo y plan</a:t>
                      </a:r>
                      <a:endParaRPr sz="900">
                        <a:solidFill>
                          <a:srgbClr val="001391"/>
                        </a:solidFill>
                        <a:latin typeface="Lato"/>
                        <a:ea typeface="Lato"/>
                        <a:cs typeface="Lato"/>
                        <a:sym typeface="Lato"/>
                      </a:endParaRPr>
                    </a:p>
                  </a:txBody>
                  <a:tcPr marT="91425" marB="91425" marR="91425" marL="91425">
                    <a:solidFill>
                      <a:srgbClr val="FFFFFF"/>
                    </a:solidFill>
                  </a:tcPr>
                </a:tc>
              </a:tr>
              <a:tr h="29022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TBD:Problema 3</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TBD:funcionalidad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TBD:tipo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TBD:abierta o resuelta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TBD:motivo y plan</a:t>
                      </a:r>
                      <a:endParaRPr sz="900">
                        <a:solidFill>
                          <a:srgbClr val="001391"/>
                        </a:solidFill>
                        <a:latin typeface="Lato"/>
                        <a:ea typeface="Lato"/>
                        <a:cs typeface="Lato"/>
                        <a:sym typeface="Lato"/>
                      </a:endParaRPr>
                    </a:p>
                  </a:txBody>
                  <a:tcPr marT="91425" marB="91425" marR="91425" marL="91425">
                    <a:solidFill>
                      <a:srgbClr val="FFFFFF"/>
                    </a:solidFill>
                  </a:tcPr>
                </a:tc>
              </a:tr>
              <a:tr h="29022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TBD:Problema 4</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TBD:funcionalidad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TBD:tipo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TBD:abierta o resuelta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TBD:media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TBD:motivo y plan</a:t>
                      </a:r>
                      <a:endParaRPr sz="900">
                        <a:solidFill>
                          <a:srgbClr val="001391"/>
                        </a:solidFill>
                        <a:latin typeface="Lato"/>
                        <a:ea typeface="Lato"/>
                        <a:cs typeface="Lato"/>
                        <a:sym typeface="Lato"/>
                      </a:endParaRPr>
                    </a:p>
                  </a:txBody>
                  <a:tcPr marT="91425" marB="91425" marR="91425" marL="91425">
                    <a:solidFill>
                      <a:srgbClr val="FFFFFF"/>
                    </a:solidFill>
                  </a:tcPr>
                </a:tc>
              </a:tr>
              <a:tr h="29022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TBD:Problema 5</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TBD:funcionalidad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TBD:tipo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TBD:abierta o resuelta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TBD:media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TBD:motivo y plan</a:t>
                      </a:r>
                      <a:endParaRPr sz="900">
                        <a:solidFill>
                          <a:srgbClr val="001391"/>
                        </a:solidFill>
                        <a:latin typeface="Lato"/>
                        <a:ea typeface="Lato"/>
                        <a:cs typeface="Lato"/>
                        <a:sym typeface="Lato"/>
                      </a:endParaRPr>
                    </a:p>
                  </a:txBody>
                  <a:tcPr marT="91425" marB="91425" marR="91425" marL="91425">
                    <a:solidFill>
                      <a:srgbClr val="FFFFFF"/>
                    </a:solidFill>
                  </a:tcPr>
                </a:tc>
              </a:tr>
              <a:tr h="29022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TBD:Problema 6</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TBD:funcionalidad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TBD:tipo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TBD:abierta o resuelta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TBD:media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TBD:motivo y plan</a:t>
                      </a:r>
                      <a:endParaRPr sz="900">
                        <a:solidFill>
                          <a:srgbClr val="001391"/>
                        </a:solidFill>
                        <a:latin typeface="Lato"/>
                        <a:ea typeface="Lato"/>
                        <a:cs typeface="Lato"/>
                        <a:sym typeface="Lato"/>
                      </a:endParaRPr>
                    </a:p>
                  </a:txBody>
                  <a:tcPr marT="91425" marB="91425" marR="91425" marL="91425">
                    <a:solidFill>
                      <a:srgbClr val="FFFFFF"/>
                    </a:solidFill>
                  </a:tcPr>
                </a:tc>
              </a:tr>
              <a:tr h="29022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TBD:Problema 7</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TBD:funcionalidad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TBD:tipo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TBD:abierta o resuelta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TBD:baja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TBD:motivo y plan</a:t>
                      </a:r>
                      <a:endParaRPr sz="900">
                        <a:solidFill>
                          <a:srgbClr val="001391"/>
                        </a:solidFill>
                        <a:latin typeface="Lato"/>
                        <a:ea typeface="Lato"/>
                        <a:cs typeface="Lato"/>
                        <a:sym typeface="Lato"/>
                      </a:endParaRPr>
                    </a:p>
                  </a:txBody>
                  <a:tcPr marT="91425" marB="91425" marR="91425" marL="91425">
                    <a:solidFill>
                      <a:srgbClr val="FFFFFF"/>
                    </a:solidFill>
                  </a:tcPr>
                </a:tc>
              </a:tr>
              <a:tr h="29022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TBD:Problema 8</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TBD:funcionalidad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TBD:tipo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TBD:abierta o resuelta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TBD:baja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TBD:motivo y plan</a:t>
                      </a:r>
                      <a:endParaRPr sz="900">
                        <a:solidFill>
                          <a:srgbClr val="001391"/>
                        </a:solidFill>
                        <a:latin typeface="Lato"/>
                        <a:ea typeface="Lato"/>
                        <a:cs typeface="Lato"/>
                        <a:sym typeface="Lato"/>
                      </a:endParaRPr>
                    </a:p>
                  </a:txBody>
                  <a:tcPr marT="91425" marB="91425" marR="91425" marL="91425">
                    <a:solidFill>
                      <a:srgbClr val="FFFFFF"/>
                    </a:solidFill>
                  </a:tcPr>
                </a:tc>
              </a:tr>
              <a:tr h="29022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TBD:Problema 9</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TBD:funcionalidad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TBD:tipo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TBD:abierta o resuelta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TBD:baja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TBD:motivo y plan</a:t>
                      </a:r>
                      <a:endParaRPr sz="900">
                        <a:solidFill>
                          <a:srgbClr val="001391"/>
                        </a:solidFill>
                        <a:latin typeface="Lato"/>
                        <a:ea typeface="Lato"/>
                        <a:cs typeface="Lato"/>
                        <a:sym typeface="Lato"/>
                      </a:endParaRPr>
                    </a:p>
                  </a:txBody>
                  <a:tcPr marT="91425" marB="91425" marR="91425" marL="91425">
                    <a:solidFill>
                      <a:srgbClr val="FFFFFF"/>
                    </a:solidFill>
                  </a:tcPr>
                </a:tc>
              </a:tr>
              <a:tr h="290225">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TBD:Problema 10</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TBD:funcionalidad</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TBD:tipo</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TBD:abierta o resuelta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TBD:baja</a:t>
                      </a:r>
                      <a:endParaRPr sz="900">
                        <a:solidFill>
                          <a:srgbClr val="001391"/>
                        </a:solidFill>
                        <a:latin typeface="Lato"/>
                        <a:ea typeface="Lato"/>
                        <a:cs typeface="Lato"/>
                        <a:sym typeface="Lato"/>
                      </a:endParaRPr>
                    </a:p>
                  </a:txBody>
                  <a:tcPr marT="91425" marB="91425" marR="91425" marL="91425">
                    <a:solidFill>
                      <a:srgbClr val="FFFFFF"/>
                    </a:solidFill>
                  </a:tcPr>
                </a:tc>
                <a:tc>
                  <a:txBody>
                    <a:bodyPr/>
                    <a:lstStyle/>
                    <a:p>
                      <a:pPr indent="0" lvl="0" marL="0" rtl="0" algn="l">
                        <a:spcBef>
                          <a:spcPts val="0"/>
                        </a:spcBef>
                        <a:spcAft>
                          <a:spcPts val="0"/>
                        </a:spcAft>
                        <a:buNone/>
                      </a:pPr>
                      <a:r>
                        <a:rPr lang="es" sz="900">
                          <a:solidFill>
                            <a:srgbClr val="001391"/>
                          </a:solidFill>
                          <a:latin typeface="Lato"/>
                          <a:ea typeface="Lato"/>
                          <a:cs typeface="Lato"/>
                          <a:sym typeface="Lato"/>
                        </a:rPr>
                        <a:t>TBD:motivo y plan</a:t>
                      </a:r>
                      <a:endParaRPr sz="900">
                        <a:solidFill>
                          <a:srgbClr val="001391"/>
                        </a:solidFill>
                        <a:latin typeface="Lato"/>
                        <a:ea typeface="Lato"/>
                        <a:cs typeface="Lato"/>
                        <a:sym typeface="Lato"/>
                      </a:endParaRPr>
                    </a:p>
                  </a:txBody>
                  <a:tcPr marT="91425" marB="91425" marR="91425" marL="91425">
                    <a:solidFill>
                      <a:srgbClr val="FFFFFF"/>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BBVA">
  <a:themeElements>
    <a:clrScheme name="Simple Light">
      <a:dk1>
        <a:srgbClr val="001391"/>
      </a:dk1>
      <a:lt1>
        <a:srgbClr val="FFFFFF"/>
      </a:lt1>
      <a:dk2>
        <a:srgbClr val="070E46"/>
      </a:dk2>
      <a:lt2>
        <a:srgbClr val="F7F8F8"/>
      </a:lt2>
      <a:accent1>
        <a:srgbClr val="85C8FF"/>
      </a:accent1>
      <a:accent2>
        <a:srgbClr val="000519"/>
      </a:accent2>
      <a:accent3>
        <a:srgbClr val="FFB56B"/>
      </a:accent3>
      <a:accent4>
        <a:srgbClr val="FFE761"/>
      </a:accent4>
      <a:accent5>
        <a:srgbClr val="88E783"/>
      </a:accent5>
      <a:accent6>
        <a:srgbClr val="9694FF"/>
      </a:accent6>
      <a:hlink>
        <a:srgbClr val="00139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BVA">
  <a:themeElements>
    <a:clrScheme name="Simple Light">
      <a:dk1>
        <a:srgbClr val="001391"/>
      </a:dk1>
      <a:lt1>
        <a:srgbClr val="FFFFFF"/>
      </a:lt1>
      <a:dk2>
        <a:srgbClr val="060E46"/>
      </a:dk2>
      <a:lt2>
        <a:srgbClr val="F7F8F8"/>
      </a:lt2>
      <a:accent1>
        <a:srgbClr val="85C8FF"/>
      </a:accent1>
      <a:accent2>
        <a:srgbClr val="212121"/>
      </a:accent2>
      <a:accent3>
        <a:srgbClr val="FFB56B"/>
      </a:accent3>
      <a:accent4>
        <a:srgbClr val="FFE761"/>
      </a:accent4>
      <a:accent5>
        <a:srgbClr val="88E783"/>
      </a:accent5>
      <a:accent6>
        <a:srgbClr val="9694FF"/>
      </a:accent6>
      <a:hlink>
        <a:srgbClr val="00139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